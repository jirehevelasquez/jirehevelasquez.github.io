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4"/>
  </p:sldMasterIdLst>
  <p:notesMasterIdLst>
    <p:notesMasterId r:id="rId6"/>
  </p:notesMasterIdLst>
  <p:sldIdLst>
    <p:sldId id="259" r:id="rId5"/>
  </p:sldIdLst>
  <p:sldSz cx="43891200" cy="329184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368" userDrawn="1">
          <p15:clr>
            <a:srgbClr val="A4A3A4"/>
          </p15:clr>
        </p15:guide>
        <p15:guide id="2" pos="1382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215"/>
    <a:srgbClr val="016831"/>
    <a:srgbClr val="009900"/>
    <a:srgbClr val="54A8C8"/>
    <a:srgbClr val="A0D5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736D10-7552-4DA5-A51F-9814E793DCFA}" v="65" dt="2026-06-01T03:01:06.77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7" d="100"/>
          <a:sy n="107" d="100"/>
        </p:scale>
        <p:origin x="-4901" y="-16718"/>
      </p:cViewPr>
      <p:guideLst>
        <p:guide orient="horz" pos="10368"/>
        <p:guide pos="1382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sabela Luna Jimenez" userId="S::iljimene@calpoly.edu::cfab9a56-e4a9-4b25-ae84-64502c2878aa" providerId="AD" clId="Web-{790FFE86-DE0F-D293-AA6F-B9D1B9D10EF6}"/>
    <pc:docChg chg="modSld">
      <pc:chgData name="Isabela Luna Jimenez" userId="S::iljimene@calpoly.edu::cfab9a56-e4a9-4b25-ae84-64502c2878aa" providerId="AD" clId="Web-{790FFE86-DE0F-D293-AA6F-B9D1B9D10EF6}" dt="2026-05-17T21:20:36.395" v="19"/>
      <pc:docMkLst>
        <pc:docMk/>
      </pc:docMkLst>
    </pc:docChg>
  </pc:docChgLst>
  <pc:docChgLst>
    <pc:chgData name="Isaiah Steven Guerrero" userId="S::iguerr08@calpoly.edu::402eb44b-39cc-44d4-a618-fa2386a9b3cf" providerId="AD" clId="Web-{21169C14-0CC6-8F50-4175-1FAF37153E29}"/>
    <pc:docChg chg="modSld">
      <pc:chgData name="Isaiah Steven Guerrero" userId="S::iguerr08@calpoly.edu::402eb44b-39cc-44d4-a618-fa2386a9b3cf" providerId="AD" clId="Web-{21169C14-0CC6-8F50-4175-1FAF37153E29}" dt="2026-05-17T19:23:37.898" v="1" actId="14100"/>
      <pc:docMkLst>
        <pc:docMk/>
      </pc:docMkLst>
    </pc:docChg>
  </pc:docChgLst>
  <pc:docChgLst>
    <pc:chgData name="Isabela Luna Jimenez" userId="S::iljimene@calpoly.edu::cfab9a56-e4a9-4b25-ae84-64502c2878aa" providerId="AD" clId="Web-{F8807AFC-AEC4-D1BC-D0F7-CD81945700E3}"/>
    <pc:docChg chg="modSld">
      <pc:chgData name="Isabela Luna Jimenez" userId="S::iljimene@calpoly.edu::cfab9a56-e4a9-4b25-ae84-64502c2878aa" providerId="AD" clId="Web-{F8807AFC-AEC4-D1BC-D0F7-CD81945700E3}" dt="2026-05-12T23:02:01.100" v="11" actId="1076"/>
      <pc:docMkLst>
        <pc:docMk/>
      </pc:docMkLst>
    </pc:docChg>
  </pc:docChgLst>
  <pc:docChgLst>
    <pc:chgData name="Isabela Luna Jimenez" userId="S::iljimene@calpoly.edu::cfab9a56-e4a9-4b25-ae84-64502c2878aa" providerId="AD" clId="Web-{2F14F042-682F-0EFE-CF96-6B052CE2EE01}"/>
    <pc:docChg chg="modSld">
      <pc:chgData name="Isabela Luna Jimenez" userId="S::iljimene@calpoly.edu::cfab9a56-e4a9-4b25-ae84-64502c2878aa" providerId="AD" clId="Web-{2F14F042-682F-0EFE-CF96-6B052CE2EE01}" dt="2026-05-22T00:16:55.939" v="55" actId="20577"/>
      <pc:docMkLst>
        <pc:docMk/>
      </pc:docMkLst>
    </pc:docChg>
  </pc:docChgLst>
  <pc:docChgLst>
    <pc:chgData name="Isaiah Steven Guerrero" userId="S::iguerr08@calpoly.edu::402eb44b-39cc-44d4-a618-fa2386a9b3cf" providerId="AD" clId="Web-{5F304DD1-03DF-BD30-8780-16CDB7489944}"/>
    <pc:docChg chg="addSld delSld modSld">
      <pc:chgData name="Isaiah Steven Guerrero" userId="S::iguerr08@calpoly.edu::402eb44b-39cc-44d4-a618-fa2386a9b3cf" providerId="AD" clId="Web-{5F304DD1-03DF-BD30-8780-16CDB7489944}" dt="2026-05-23T04:28:20.727" v="166" actId="14100"/>
      <pc:docMkLst>
        <pc:docMk/>
      </pc:docMkLst>
      <pc:sldChg chg="delSp modSp add replId">
        <pc:chgData name="Isaiah Steven Guerrero" userId="S::iguerr08@calpoly.edu::402eb44b-39cc-44d4-a618-fa2386a9b3cf" providerId="AD" clId="Web-{5F304DD1-03DF-BD30-8780-16CDB7489944}" dt="2026-05-23T04:28:20.727" v="166" actId="14100"/>
        <pc:sldMkLst>
          <pc:docMk/>
          <pc:sldMk cId="1176560593" sldId="259"/>
        </pc:sldMkLst>
        <pc:spChg chg="mod">
          <ac:chgData name="Isaiah Steven Guerrero" userId="S::iguerr08@calpoly.edu::402eb44b-39cc-44d4-a618-fa2386a9b3cf" providerId="AD" clId="Web-{5F304DD1-03DF-BD30-8780-16CDB7489944}" dt="2026-05-23T04:28:20.727" v="166" actId="14100"/>
          <ac:spMkLst>
            <pc:docMk/>
            <pc:sldMk cId="1176560593" sldId="259"/>
            <ac:spMk id="6" creationId="{8A52A93C-2010-21BF-F2F0-F2499CD4C865}"/>
          </ac:spMkLst>
        </pc:spChg>
        <pc:spChg chg="mod">
          <ac:chgData name="Isaiah Steven Guerrero" userId="S::iguerr08@calpoly.edu::402eb44b-39cc-44d4-a618-fa2386a9b3cf" providerId="AD" clId="Web-{5F304DD1-03DF-BD30-8780-16CDB7489944}" dt="2026-05-23T04:28:08.304" v="161" actId="1076"/>
          <ac:spMkLst>
            <pc:docMk/>
            <pc:sldMk cId="1176560593" sldId="259"/>
            <ac:spMk id="18" creationId="{EEF8E743-D373-7660-CD94-5532820CA289}"/>
          </ac:spMkLst>
        </pc:spChg>
        <pc:spChg chg="mod">
          <ac:chgData name="Isaiah Steven Guerrero" userId="S::iguerr08@calpoly.edu::402eb44b-39cc-44d4-a618-fa2386a9b3cf" providerId="AD" clId="Web-{5F304DD1-03DF-BD30-8780-16CDB7489944}" dt="2026-05-23T04:28:03.195" v="160" actId="1076"/>
          <ac:spMkLst>
            <pc:docMk/>
            <pc:sldMk cId="1176560593" sldId="259"/>
            <ac:spMk id="32" creationId="{5F20AAE4-6910-AEAF-E205-C3BD27C4BDEC}"/>
          </ac:spMkLst>
        </pc:spChg>
        <pc:spChg chg="mod">
          <ac:chgData name="Isaiah Steven Guerrero" userId="S::iguerr08@calpoly.edu::402eb44b-39cc-44d4-a618-fa2386a9b3cf" providerId="AD" clId="Web-{5F304DD1-03DF-BD30-8780-16CDB7489944}" dt="2026-05-23T04:24:33.651" v="140" actId="20577"/>
          <ac:spMkLst>
            <pc:docMk/>
            <pc:sldMk cId="1176560593" sldId="259"/>
            <ac:spMk id="164" creationId="{9F595D64-655B-0560-22C2-CF51452268A5}"/>
          </ac:spMkLst>
        </pc:spChg>
      </pc:sldChg>
    </pc:docChg>
  </pc:docChgLst>
  <pc:docChgLst>
    <pc:chgData name="Isabela Luna Jimenez" userId="S::iljimene@calpoly.edu::cfab9a56-e4a9-4b25-ae84-64502c2878aa" providerId="AD" clId="Web-{719B1B6C-59EA-AA44-DD02-9830D17023B9}"/>
    <pc:docChg chg="modSld">
      <pc:chgData name="Isabela Luna Jimenez" userId="S::iljimene@calpoly.edu::cfab9a56-e4a9-4b25-ae84-64502c2878aa" providerId="AD" clId="Web-{719B1B6C-59EA-AA44-DD02-9830D17023B9}" dt="2026-05-21T22:42:51.307" v="4" actId="1076"/>
      <pc:docMkLst>
        <pc:docMk/>
      </pc:docMkLst>
    </pc:docChg>
  </pc:docChgLst>
  <pc:docChgLst>
    <pc:chgData name="Isabela Luna Jimenez" userId="S::iljimene@calpoly.edu::cfab9a56-e4a9-4b25-ae84-64502c2878aa" providerId="AD" clId="Web-{CEF6B2D2-13D4-C9FE-2F0B-5DAE7C5A7EF4}"/>
    <pc:docChg chg="modSld">
      <pc:chgData name="Isabela Luna Jimenez" userId="S::iljimene@calpoly.edu::cfab9a56-e4a9-4b25-ae84-64502c2878aa" providerId="AD" clId="Web-{CEF6B2D2-13D4-C9FE-2F0B-5DAE7C5A7EF4}" dt="2026-05-23T05:03:20.644" v="102" actId="1076"/>
      <pc:docMkLst>
        <pc:docMk/>
      </pc:docMkLst>
      <pc:sldChg chg="addSp delSp modSp">
        <pc:chgData name="Isabela Luna Jimenez" userId="S::iljimene@calpoly.edu::cfab9a56-e4a9-4b25-ae84-64502c2878aa" providerId="AD" clId="Web-{CEF6B2D2-13D4-C9FE-2F0B-5DAE7C5A7EF4}" dt="2026-05-23T05:03:20.644" v="102" actId="1076"/>
        <pc:sldMkLst>
          <pc:docMk/>
          <pc:sldMk cId="1176560593" sldId="259"/>
        </pc:sldMkLst>
        <pc:spChg chg="add mod">
          <ac:chgData name="Isabela Luna Jimenez" userId="S::iljimene@calpoly.edu::cfab9a56-e4a9-4b25-ae84-64502c2878aa" providerId="AD" clId="Web-{CEF6B2D2-13D4-C9FE-2F0B-5DAE7C5A7EF4}" dt="2026-05-23T04:53:40.795" v="85" actId="20577"/>
          <ac:spMkLst>
            <pc:docMk/>
            <pc:sldMk cId="1176560593" sldId="259"/>
            <ac:spMk id="9" creationId="{27BCCE78-BCB8-80B5-A0B5-99A30A8A09FC}"/>
          </ac:spMkLst>
        </pc:spChg>
        <pc:picChg chg="add mod">
          <ac:chgData name="Isabela Luna Jimenez" userId="S::iljimene@calpoly.edu::cfab9a56-e4a9-4b25-ae84-64502c2878aa" providerId="AD" clId="Web-{CEF6B2D2-13D4-C9FE-2F0B-5DAE7C5A7EF4}" dt="2026-05-23T05:03:13.894" v="100" actId="14100"/>
          <ac:picMkLst>
            <pc:docMk/>
            <pc:sldMk cId="1176560593" sldId="259"/>
            <ac:picMk id="12" creationId="{9A82BAAD-5BC7-ECBF-BF53-AC16D96F23E2}"/>
          </ac:picMkLst>
        </pc:picChg>
        <pc:picChg chg="add mod">
          <ac:chgData name="Isabela Luna Jimenez" userId="S::iljimene@calpoly.edu::cfab9a56-e4a9-4b25-ae84-64502c2878aa" providerId="AD" clId="Web-{CEF6B2D2-13D4-C9FE-2F0B-5DAE7C5A7EF4}" dt="2026-05-23T04:54:26.740" v="92"/>
          <ac:picMkLst>
            <pc:docMk/>
            <pc:sldMk cId="1176560593" sldId="259"/>
            <ac:picMk id="25" creationId="{DF2BD583-2376-AD97-8578-A4CDC7FD4FA2}"/>
          </ac:picMkLst>
        </pc:picChg>
        <pc:picChg chg="add del mod">
          <ac:chgData name="Isabela Luna Jimenez" userId="S::iljimene@calpoly.edu::cfab9a56-e4a9-4b25-ae84-64502c2878aa" providerId="AD" clId="Web-{CEF6B2D2-13D4-C9FE-2F0B-5DAE7C5A7EF4}" dt="2026-05-23T04:44:11.638" v="22"/>
          <ac:picMkLst>
            <pc:docMk/>
            <pc:sldMk cId="1176560593" sldId="259"/>
            <ac:picMk id="39" creationId="{3D369538-C1BB-83E1-9EE0-954C59BE9B54}"/>
          </ac:picMkLst>
        </pc:picChg>
        <pc:picChg chg="add mod">
          <ac:chgData name="Isabela Luna Jimenez" userId="S::iljimene@calpoly.edu::cfab9a56-e4a9-4b25-ae84-64502c2878aa" providerId="AD" clId="Web-{CEF6B2D2-13D4-C9FE-2F0B-5DAE7C5A7EF4}" dt="2026-05-23T05:03:20.644" v="102" actId="1076"/>
          <ac:picMkLst>
            <pc:docMk/>
            <pc:sldMk cId="1176560593" sldId="259"/>
            <ac:picMk id="41" creationId="{DAAC51C5-08BD-2884-825F-0730B8CD5B38}"/>
          </ac:picMkLst>
        </pc:picChg>
        <pc:picChg chg="add del">
          <ac:chgData name="Isabela Luna Jimenez" userId="S::iljimene@calpoly.edu::cfab9a56-e4a9-4b25-ae84-64502c2878aa" providerId="AD" clId="Web-{CEF6B2D2-13D4-C9FE-2F0B-5DAE7C5A7EF4}" dt="2026-05-23T04:44:23.529" v="28"/>
          <ac:picMkLst>
            <pc:docMk/>
            <pc:sldMk cId="1176560593" sldId="259"/>
            <ac:picMk id="43" creationId="{DDCC236F-9A32-0FBE-0541-AAF343644376}"/>
          </ac:picMkLst>
        </pc:picChg>
      </pc:sldChg>
    </pc:docChg>
  </pc:docChgLst>
  <pc:docChgLst>
    <pc:chgData name="Isabela Luna Jimenez" userId="S::iljimene@calpoly.edu::cfab9a56-e4a9-4b25-ae84-64502c2878aa" providerId="AD" clId="Web-{919C4EBF-CDDC-301D-B64F-E22157F4EC9E}"/>
    <pc:docChg chg="modSld">
      <pc:chgData name="Isabela Luna Jimenez" userId="S::iljimene@calpoly.edu::cfab9a56-e4a9-4b25-ae84-64502c2878aa" providerId="AD" clId="Web-{919C4EBF-CDDC-301D-B64F-E22157F4EC9E}" dt="2026-05-23T05:52:18.481" v="309"/>
      <pc:docMkLst>
        <pc:docMk/>
      </pc:docMkLst>
      <pc:sldChg chg="modSp">
        <pc:chgData name="Isabela Luna Jimenez" userId="S::iljimene@calpoly.edu::cfab9a56-e4a9-4b25-ae84-64502c2878aa" providerId="AD" clId="Web-{919C4EBF-CDDC-301D-B64F-E22157F4EC9E}" dt="2026-05-23T05:52:18.481" v="309"/>
        <pc:sldMkLst>
          <pc:docMk/>
          <pc:sldMk cId="1176560593" sldId="259"/>
        </pc:sldMkLst>
        <pc:spChg chg="mod">
          <ac:chgData name="Isabela Luna Jimenez" userId="S::iljimene@calpoly.edu::cfab9a56-e4a9-4b25-ae84-64502c2878aa" providerId="AD" clId="Web-{919C4EBF-CDDC-301D-B64F-E22157F4EC9E}" dt="2026-05-23T05:51:15.528" v="260" actId="20577"/>
          <ac:spMkLst>
            <pc:docMk/>
            <pc:sldMk cId="1176560593" sldId="259"/>
            <ac:spMk id="5" creationId="{4FF7754E-C5A0-A46D-D68E-7B19473059B0}"/>
          </ac:spMkLst>
        </pc:spChg>
        <pc:spChg chg="mod">
          <ac:chgData name="Isabela Luna Jimenez" userId="S::iljimene@calpoly.edu::cfab9a56-e4a9-4b25-ae84-64502c2878aa" providerId="AD" clId="Web-{919C4EBF-CDDC-301D-B64F-E22157F4EC9E}" dt="2026-05-23T05:50:53.153" v="247" actId="20577"/>
          <ac:spMkLst>
            <pc:docMk/>
            <pc:sldMk cId="1176560593" sldId="259"/>
            <ac:spMk id="9" creationId="{27BCCE78-BCB8-80B5-A0B5-99A30A8A09FC}"/>
          </ac:spMkLst>
        </pc:spChg>
        <pc:spChg chg="mod">
          <ac:chgData name="Isabela Luna Jimenez" userId="S::iljimene@calpoly.edu::cfab9a56-e4a9-4b25-ae84-64502c2878aa" providerId="AD" clId="Web-{919C4EBF-CDDC-301D-B64F-E22157F4EC9E}" dt="2026-05-23T05:51:38.387" v="272" actId="20577"/>
          <ac:spMkLst>
            <pc:docMk/>
            <pc:sldMk cId="1176560593" sldId="259"/>
            <ac:spMk id="10" creationId="{8E606C46-330F-45E6-27E4-C479E85F35AD}"/>
          </ac:spMkLst>
        </pc:spChg>
        <pc:spChg chg="mod">
          <ac:chgData name="Isabela Luna Jimenez" userId="S::iljimene@calpoly.edu::cfab9a56-e4a9-4b25-ae84-64502c2878aa" providerId="AD" clId="Web-{919C4EBF-CDDC-301D-B64F-E22157F4EC9E}" dt="2026-05-23T05:50:48.825" v="233" actId="20577"/>
          <ac:spMkLst>
            <pc:docMk/>
            <pc:sldMk cId="1176560593" sldId="259"/>
            <ac:spMk id="11" creationId="{E29B9713-A727-30C3-F07F-FE547EC25F77}"/>
          </ac:spMkLst>
        </pc:spChg>
        <pc:spChg chg="mod">
          <ac:chgData name="Isabela Luna Jimenez" userId="S::iljimene@calpoly.edu::cfab9a56-e4a9-4b25-ae84-64502c2878aa" providerId="AD" clId="Web-{919C4EBF-CDDC-301D-B64F-E22157F4EC9E}" dt="2026-05-23T05:51:07.669" v="255" actId="14100"/>
          <ac:spMkLst>
            <pc:docMk/>
            <pc:sldMk cId="1176560593" sldId="259"/>
            <ac:spMk id="22" creationId="{8E0FFA50-09B0-4246-548A-4BD9BCAD9EB4}"/>
          </ac:spMkLst>
        </pc:spChg>
        <pc:spChg chg="mod">
          <ac:chgData name="Isabela Luna Jimenez" userId="S::iljimene@calpoly.edu::cfab9a56-e4a9-4b25-ae84-64502c2878aa" providerId="AD" clId="Web-{919C4EBF-CDDC-301D-B64F-E22157F4EC9E}" dt="2026-05-23T05:21:27.348" v="1" actId="20577"/>
          <ac:spMkLst>
            <pc:docMk/>
            <pc:sldMk cId="1176560593" sldId="259"/>
            <ac:spMk id="29" creationId="{1D39D172-B038-7FB2-C2FF-A5E4A4C70E39}"/>
          </ac:spMkLst>
        </pc:spChg>
        <pc:spChg chg="mod">
          <ac:chgData name="Isabela Luna Jimenez" userId="S::iljimene@calpoly.edu::cfab9a56-e4a9-4b25-ae84-64502c2878aa" providerId="AD" clId="Web-{919C4EBF-CDDC-301D-B64F-E22157F4EC9E}" dt="2026-05-23T05:51:47.137" v="287" actId="20577"/>
          <ac:spMkLst>
            <pc:docMk/>
            <pc:sldMk cId="1176560593" sldId="259"/>
            <ac:spMk id="36" creationId="{3BDCFE24-C6E0-FCBE-D0D6-218C41B382C0}"/>
          </ac:spMkLst>
        </pc:spChg>
        <pc:graphicFrameChg chg="mod modGraphic">
          <ac:chgData name="Isabela Luna Jimenez" userId="S::iljimene@calpoly.edu::cfab9a56-e4a9-4b25-ae84-64502c2878aa" providerId="AD" clId="Web-{919C4EBF-CDDC-301D-B64F-E22157F4EC9E}" dt="2026-05-23T05:52:18.481" v="309"/>
          <ac:graphicFrameMkLst>
            <pc:docMk/>
            <pc:sldMk cId="1176560593" sldId="259"/>
            <ac:graphicFrameMk id="34" creationId="{E6F36BB9-DF5F-A2B2-2EB5-C9998D0DC8FD}"/>
          </ac:graphicFrameMkLst>
        </pc:graphicFrameChg>
        <pc:graphicFrameChg chg="mod modGraphic">
          <ac:chgData name="Isabela Luna Jimenez" userId="S::iljimene@calpoly.edu::cfab9a56-e4a9-4b25-ae84-64502c2878aa" providerId="AD" clId="Web-{919C4EBF-CDDC-301D-B64F-E22157F4EC9E}" dt="2026-05-23T05:52:13.528" v="303"/>
          <ac:graphicFrameMkLst>
            <pc:docMk/>
            <pc:sldMk cId="1176560593" sldId="259"/>
            <ac:graphicFrameMk id="45" creationId="{4463DE5A-9BAF-ABC4-9688-997E57093ADA}"/>
          </ac:graphicFrameMkLst>
        </pc:graphicFrameChg>
        <pc:picChg chg="mod">
          <ac:chgData name="Isabela Luna Jimenez" userId="S::iljimene@calpoly.edu::cfab9a56-e4a9-4b25-ae84-64502c2878aa" providerId="AD" clId="Web-{919C4EBF-CDDC-301D-B64F-E22157F4EC9E}" dt="2026-05-23T05:40:36.892" v="197" actId="1076"/>
          <ac:picMkLst>
            <pc:docMk/>
            <pc:sldMk cId="1176560593" sldId="259"/>
            <ac:picMk id="52" creationId="{F4802C92-123B-4FA4-3B53-D28E7EBAB1DC}"/>
          </ac:picMkLst>
        </pc:picChg>
      </pc:sldChg>
    </pc:docChg>
  </pc:docChgLst>
  <pc:docChgLst>
    <pc:chgData name="Aubrey Anne Perez" userId="75f3a0a2-8174-4e7b-b118-884ae6ae8f74" providerId="ADAL" clId="{59E75498-D843-4C18-ACEF-0B484FA605B6}"/>
    <pc:docChg chg="undo custSel addSld delSld modSld sldOrd">
      <pc:chgData name="Aubrey Anne Perez" userId="75f3a0a2-8174-4e7b-b118-884ae6ae8f74" providerId="ADAL" clId="{59E75498-D843-4C18-ACEF-0B484FA605B6}" dt="2026-06-01T03:01:19.981" v="6465" actId="478"/>
      <pc:docMkLst>
        <pc:docMk/>
      </pc:docMkLst>
      <pc:sldChg chg="addSp delSp modSp mod">
        <pc:chgData name="Aubrey Anne Perez" userId="75f3a0a2-8174-4e7b-b118-884ae6ae8f74" providerId="ADAL" clId="{59E75498-D843-4C18-ACEF-0B484FA605B6}" dt="2026-06-01T03:01:19.981" v="6465" actId="478"/>
        <pc:sldMkLst>
          <pc:docMk/>
          <pc:sldMk cId="1176560593" sldId="259"/>
        </pc:sldMkLst>
        <pc:spChg chg="mod">
          <ac:chgData name="Aubrey Anne Perez" userId="75f3a0a2-8174-4e7b-b118-884ae6ae8f74" providerId="ADAL" clId="{59E75498-D843-4C18-ACEF-0B484FA605B6}" dt="2026-05-23T04:32:53.589" v="5893" actId="1076"/>
          <ac:spMkLst>
            <pc:docMk/>
            <pc:sldMk cId="1176560593" sldId="259"/>
            <ac:spMk id="5" creationId="{4FF7754E-C5A0-A46D-D68E-7B19473059B0}"/>
          </ac:spMkLst>
        </pc:spChg>
        <pc:spChg chg="mod">
          <ac:chgData name="Aubrey Anne Perez" userId="75f3a0a2-8174-4e7b-b118-884ae6ae8f74" providerId="ADAL" clId="{59E75498-D843-4C18-ACEF-0B484FA605B6}" dt="2026-05-26T23:13:24.893" v="6348" actId="20577"/>
          <ac:spMkLst>
            <pc:docMk/>
            <pc:sldMk cId="1176560593" sldId="259"/>
            <ac:spMk id="6" creationId="{8A52A93C-2010-21BF-F2F0-F2499CD4C865}"/>
          </ac:spMkLst>
        </pc:spChg>
        <pc:spChg chg="mod">
          <ac:chgData name="Aubrey Anne Perez" userId="75f3a0a2-8174-4e7b-b118-884ae6ae8f74" providerId="ADAL" clId="{59E75498-D843-4C18-ACEF-0B484FA605B6}" dt="2026-05-23T04:37:09.369" v="5953" actId="20577"/>
          <ac:spMkLst>
            <pc:docMk/>
            <pc:sldMk cId="1176560593" sldId="259"/>
            <ac:spMk id="10" creationId="{8E606C46-330F-45E6-27E4-C479E85F35AD}"/>
          </ac:spMkLst>
        </pc:spChg>
        <pc:spChg chg="mod">
          <ac:chgData name="Aubrey Anne Perez" userId="75f3a0a2-8174-4e7b-b118-884ae6ae8f74" providerId="ADAL" clId="{59E75498-D843-4C18-ACEF-0B484FA605B6}" dt="2026-05-27T07:25:29.837" v="6460" actId="20577"/>
          <ac:spMkLst>
            <pc:docMk/>
            <pc:sldMk cId="1176560593" sldId="259"/>
            <ac:spMk id="11" creationId="{E29B9713-A727-30C3-F07F-FE547EC25F77}"/>
          </ac:spMkLst>
        </pc:spChg>
        <pc:spChg chg="mod">
          <ac:chgData name="Aubrey Anne Perez" userId="75f3a0a2-8174-4e7b-b118-884ae6ae8f74" providerId="ADAL" clId="{59E75498-D843-4C18-ACEF-0B484FA605B6}" dt="2026-05-23T05:32:32.501" v="6241" actId="1076"/>
          <ac:spMkLst>
            <pc:docMk/>
            <pc:sldMk cId="1176560593" sldId="259"/>
            <ac:spMk id="16" creationId="{DCBF5DCD-0CA8-A926-FD8E-0102D35A55D6}"/>
          </ac:spMkLst>
        </pc:spChg>
        <pc:spChg chg="mod">
          <ac:chgData name="Aubrey Anne Perez" userId="75f3a0a2-8174-4e7b-b118-884ae6ae8f74" providerId="ADAL" clId="{59E75498-D843-4C18-ACEF-0B484FA605B6}" dt="2026-05-23T04:32:48.373" v="5892" actId="1076"/>
          <ac:spMkLst>
            <pc:docMk/>
            <pc:sldMk cId="1176560593" sldId="259"/>
            <ac:spMk id="22" creationId="{8E0FFA50-09B0-4246-548A-4BD9BCAD9EB4}"/>
          </ac:spMkLst>
        </pc:spChg>
        <pc:spChg chg="mod">
          <ac:chgData name="Aubrey Anne Perez" userId="75f3a0a2-8174-4e7b-b118-884ae6ae8f74" providerId="ADAL" clId="{59E75498-D843-4C18-ACEF-0B484FA605B6}" dt="2026-05-27T07:21:02.208" v="6444" actId="20577"/>
          <ac:spMkLst>
            <pc:docMk/>
            <pc:sldMk cId="1176560593" sldId="259"/>
            <ac:spMk id="29" creationId="{1D39D172-B038-7FB2-C2FF-A5E4A4C70E39}"/>
          </ac:spMkLst>
        </pc:spChg>
        <pc:spChg chg="mod">
          <ac:chgData name="Aubrey Anne Perez" userId="75f3a0a2-8174-4e7b-b118-884ae6ae8f74" providerId="ADAL" clId="{59E75498-D843-4C18-ACEF-0B484FA605B6}" dt="2026-05-23T05:51:11.949" v="6334" actId="20577"/>
          <ac:spMkLst>
            <pc:docMk/>
            <pc:sldMk cId="1176560593" sldId="259"/>
            <ac:spMk id="32" creationId="{5F20AAE4-6910-AEAF-E205-C3BD27C4BDEC}"/>
          </ac:spMkLst>
        </pc:spChg>
        <pc:spChg chg="mod">
          <ac:chgData name="Aubrey Anne Perez" userId="75f3a0a2-8174-4e7b-b118-884ae6ae8f74" providerId="ADAL" clId="{59E75498-D843-4C18-ACEF-0B484FA605B6}" dt="2026-05-23T04:27:14.822" v="5694" actId="1076"/>
          <ac:spMkLst>
            <pc:docMk/>
            <pc:sldMk cId="1176560593" sldId="259"/>
            <ac:spMk id="33" creationId="{3FD576F8-4097-548C-312F-E0E4DAEA2659}"/>
          </ac:spMkLst>
        </pc:spChg>
        <pc:spChg chg="mod">
          <ac:chgData name="Aubrey Anne Perez" userId="75f3a0a2-8174-4e7b-b118-884ae6ae8f74" providerId="ADAL" clId="{59E75498-D843-4C18-ACEF-0B484FA605B6}" dt="2026-05-27T07:14:02.359" v="6439" actId="20577"/>
          <ac:spMkLst>
            <pc:docMk/>
            <pc:sldMk cId="1176560593" sldId="259"/>
            <ac:spMk id="36" creationId="{3BDCFE24-C6E0-FCBE-D0D6-218C41B382C0}"/>
          </ac:spMkLst>
        </pc:spChg>
        <pc:spChg chg="add mod">
          <ac:chgData name="Aubrey Anne Perez" userId="75f3a0a2-8174-4e7b-b118-884ae6ae8f74" providerId="ADAL" clId="{59E75498-D843-4C18-ACEF-0B484FA605B6}" dt="2026-05-23T05:30:37.887" v="6205" actId="1076"/>
          <ac:spMkLst>
            <pc:docMk/>
            <pc:sldMk cId="1176560593" sldId="259"/>
            <ac:spMk id="40" creationId="{F34BD513-FD1C-E059-C9AE-C72310689662}"/>
          </ac:spMkLst>
        </pc:spChg>
        <pc:spChg chg="mod">
          <ac:chgData name="Aubrey Anne Perez" userId="75f3a0a2-8174-4e7b-b118-884ae6ae8f74" providerId="ADAL" clId="{59E75498-D843-4C18-ACEF-0B484FA605B6}" dt="2026-05-23T05:13:12.160" v="6128" actId="1076"/>
          <ac:spMkLst>
            <pc:docMk/>
            <pc:sldMk cId="1176560593" sldId="259"/>
            <ac:spMk id="42" creationId="{44E09F63-A8C6-39FE-2611-8A1360145B37}"/>
          </ac:spMkLst>
        </pc:spChg>
        <pc:spChg chg="add mod">
          <ac:chgData name="Aubrey Anne Perez" userId="75f3a0a2-8174-4e7b-b118-884ae6ae8f74" providerId="ADAL" clId="{59E75498-D843-4C18-ACEF-0B484FA605B6}" dt="2026-05-23T05:30:43.189" v="6206" actId="1076"/>
          <ac:spMkLst>
            <pc:docMk/>
            <pc:sldMk cId="1176560593" sldId="259"/>
            <ac:spMk id="49" creationId="{F527A84C-2C8E-96B0-9D6E-7741B628D2E5}"/>
          </ac:spMkLst>
        </pc:spChg>
        <pc:spChg chg="add mod">
          <ac:chgData name="Aubrey Anne Perez" userId="75f3a0a2-8174-4e7b-b118-884ae6ae8f74" providerId="ADAL" clId="{59E75498-D843-4C18-ACEF-0B484FA605B6}" dt="2026-05-23T05:31:04.551" v="6218" actId="1076"/>
          <ac:spMkLst>
            <pc:docMk/>
            <pc:sldMk cId="1176560593" sldId="259"/>
            <ac:spMk id="54" creationId="{504F4545-DAFA-C834-33F6-D1AAF069B4AF}"/>
          </ac:spMkLst>
        </pc:spChg>
        <pc:spChg chg="add mod">
          <ac:chgData name="Aubrey Anne Perez" userId="75f3a0a2-8174-4e7b-b118-884ae6ae8f74" providerId="ADAL" clId="{59E75498-D843-4C18-ACEF-0B484FA605B6}" dt="2026-05-23T05:32:27.375" v="6238" actId="1076"/>
          <ac:spMkLst>
            <pc:docMk/>
            <pc:sldMk cId="1176560593" sldId="259"/>
            <ac:spMk id="55" creationId="{FD08E587-CBCF-4945-F251-5F2C4C5DC757}"/>
          </ac:spMkLst>
        </pc:spChg>
        <pc:spChg chg="add mod">
          <ac:chgData name="Aubrey Anne Perez" userId="75f3a0a2-8174-4e7b-b118-884ae6ae8f74" providerId="ADAL" clId="{59E75498-D843-4C18-ACEF-0B484FA605B6}" dt="2026-05-23T05:32:40.633" v="6242" actId="1076"/>
          <ac:spMkLst>
            <pc:docMk/>
            <pc:sldMk cId="1176560593" sldId="259"/>
            <ac:spMk id="56" creationId="{700C7F23-4AD2-0847-F8B2-F4ECE33D57CA}"/>
          </ac:spMkLst>
        </pc:spChg>
        <pc:spChg chg="add mod">
          <ac:chgData name="Aubrey Anne Perez" userId="75f3a0a2-8174-4e7b-b118-884ae6ae8f74" providerId="ADAL" clId="{59E75498-D843-4C18-ACEF-0B484FA605B6}" dt="2026-05-23T05:32:45.399" v="6244" actId="1076"/>
          <ac:spMkLst>
            <pc:docMk/>
            <pc:sldMk cId="1176560593" sldId="259"/>
            <ac:spMk id="57" creationId="{3B0AD82C-7AD8-3649-7EBD-47661864DAE8}"/>
          </ac:spMkLst>
        </pc:spChg>
        <pc:spChg chg="add mod">
          <ac:chgData name="Aubrey Anne Perez" userId="75f3a0a2-8174-4e7b-b118-884ae6ae8f74" providerId="ADAL" clId="{59E75498-D843-4C18-ACEF-0B484FA605B6}" dt="2026-05-23T05:48:21.787" v="6330" actId="1076"/>
          <ac:spMkLst>
            <pc:docMk/>
            <pc:sldMk cId="1176560593" sldId="259"/>
            <ac:spMk id="58" creationId="{3FAE1855-6644-DB97-0E98-8CB5060AA205}"/>
          </ac:spMkLst>
        </pc:spChg>
        <pc:spChg chg="add mod">
          <ac:chgData name="Aubrey Anne Perez" userId="75f3a0a2-8174-4e7b-b118-884ae6ae8f74" providerId="ADAL" clId="{59E75498-D843-4C18-ACEF-0B484FA605B6}" dt="2026-05-23T05:48:27.840" v="6331" actId="1076"/>
          <ac:spMkLst>
            <pc:docMk/>
            <pc:sldMk cId="1176560593" sldId="259"/>
            <ac:spMk id="59" creationId="{2DB51148-3940-33AE-731A-65DB2E041CE5}"/>
          </ac:spMkLst>
        </pc:spChg>
        <pc:spChg chg="mod">
          <ac:chgData name="Aubrey Anne Perez" userId="75f3a0a2-8174-4e7b-b118-884ae6ae8f74" providerId="ADAL" clId="{59E75498-D843-4C18-ACEF-0B484FA605B6}" dt="2026-05-23T04:27:06.620" v="5690" actId="1076"/>
          <ac:spMkLst>
            <pc:docMk/>
            <pc:sldMk cId="1176560593" sldId="259"/>
            <ac:spMk id="61" creationId="{D69CBB6B-DBF5-9ACC-8E86-E0D2B2629CCF}"/>
          </ac:spMkLst>
        </pc:spChg>
        <pc:spChg chg="mod">
          <ac:chgData name="Aubrey Anne Perez" userId="75f3a0a2-8174-4e7b-b118-884ae6ae8f74" providerId="ADAL" clId="{59E75498-D843-4C18-ACEF-0B484FA605B6}" dt="2026-05-23T04:27:08.550" v="5691" actId="1076"/>
          <ac:spMkLst>
            <pc:docMk/>
            <pc:sldMk cId="1176560593" sldId="259"/>
            <ac:spMk id="62" creationId="{CA3AC029-0714-3915-DF69-A4DA2EFB3F47}"/>
          </ac:spMkLst>
        </pc:spChg>
        <pc:spChg chg="mod">
          <ac:chgData name="Aubrey Anne Perez" userId="75f3a0a2-8174-4e7b-b118-884ae6ae8f74" providerId="ADAL" clId="{59E75498-D843-4C18-ACEF-0B484FA605B6}" dt="2026-05-23T04:27:11.588" v="5692" actId="1076"/>
          <ac:spMkLst>
            <pc:docMk/>
            <pc:sldMk cId="1176560593" sldId="259"/>
            <ac:spMk id="63" creationId="{438A2895-6FC0-10F3-B656-33B9DAC2DD44}"/>
          </ac:spMkLst>
        </pc:spChg>
        <pc:spChg chg="mod">
          <ac:chgData name="Aubrey Anne Perez" userId="75f3a0a2-8174-4e7b-b118-884ae6ae8f74" providerId="ADAL" clId="{59E75498-D843-4C18-ACEF-0B484FA605B6}" dt="2026-05-23T04:27:23.453" v="5711" actId="20577"/>
          <ac:spMkLst>
            <pc:docMk/>
            <pc:sldMk cId="1176560593" sldId="259"/>
            <ac:spMk id="128" creationId="{B2977207-5A97-C423-363A-AB393F106D72}"/>
          </ac:spMkLst>
        </pc:spChg>
        <pc:spChg chg="mod">
          <ac:chgData name="Aubrey Anne Perez" userId="75f3a0a2-8174-4e7b-b118-884ae6ae8f74" providerId="ADAL" clId="{59E75498-D843-4C18-ACEF-0B484FA605B6}" dt="2026-05-23T05:10:38.379" v="6087" actId="1076"/>
          <ac:spMkLst>
            <pc:docMk/>
            <pc:sldMk cId="1176560593" sldId="259"/>
            <ac:spMk id="157" creationId="{DE73EA39-1EB5-3111-4436-B7C7D785336D}"/>
          </ac:spMkLst>
        </pc:spChg>
        <pc:spChg chg="mod">
          <ac:chgData name="Aubrey Anne Perez" userId="75f3a0a2-8174-4e7b-b118-884ae6ae8f74" providerId="ADAL" clId="{59E75498-D843-4C18-ACEF-0B484FA605B6}" dt="2026-05-23T04:44:05.846" v="5972" actId="1076"/>
          <ac:spMkLst>
            <pc:docMk/>
            <pc:sldMk cId="1176560593" sldId="259"/>
            <ac:spMk id="290" creationId="{98F7F636-8636-25F6-497D-79F849449ADD}"/>
          </ac:spMkLst>
        </pc:spChg>
        <pc:graphicFrameChg chg="mod modGraphic">
          <ac:chgData name="Aubrey Anne Perez" userId="75f3a0a2-8174-4e7b-b118-884ae6ae8f74" providerId="ADAL" clId="{59E75498-D843-4C18-ACEF-0B484FA605B6}" dt="2026-05-23T05:37:55.875" v="6249" actId="1076"/>
          <ac:graphicFrameMkLst>
            <pc:docMk/>
            <pc:sldMk cId="1176560593" sldId="259"/>
            <ac:graphicFrameMk id="34" creationId="{E6F36BB9-DF5F-A2B2-2EB5-C9998D0DC8FD}"/>
          </ac:graphicFrameMkLst>
        </pc:graphicFrameChg>
        <pc:graphicFrameChg chg="add mod modGraphic">
          <ac:chgData name="Aubrey Anne Perez" userId="75f3a0a2-8174-4e7b-b118-884ae6ae8f74" providerId="ADAL" clId="{59E75498-D843-4C18-ACEF-0B484FA605B6}" dt="2026-05-23T05:44:52.902" v="6327" actId="20577"/>
          <ac:graphicFrameMkLst>
            <pc:docMk/>
            <pc:sldMk cId="1176560593" sldId="259"/>
            <ac:graphicFrameMk id="45" creationId="{4463DE5A-9BAF-ABC4-9688-997E57093ADA}"/>
          </ac:graphicFrameMkLst>
        </pc:graphicFrameChg>
        <pc:picChg chg="add del mod">
          <ac:chgData name="Aubrey Anne Perez" userId="75f3a0a2-8174-4e7b-b118-884ae6ae8f74" providerId="ADAL" clId="{59E75498-D843-4C18-ACEF-0B484FA605B6}" dt="2026-06-01T03:01:19.981" v="6465" actId="478"/>
          <ac:picMkLst>
            <pc:docMk/>
            <pc:sldMk cId="1176560593" sldId="259"/>
            <ac:picMk id="3" creationId="{E866F5BC-A2C0-E2D6-F477-F0D0E9AD7B48}"/>
          </ac:picMkLst>
        </pc:picChg>
        <pc:picChg chg="mod">
          <ac:chgData name="Aubrey Anne Perez" userId="75f3a0a2-8174-4e7b-b118-884ae6ae8f74" providerId="ADAL" clId="{59E75498-D843-4C18-ACEF-0B484FA605B6}" dt="2026-05-23T05:13:09.035" v="6127" actId="1076"/>
          <ac:picMkLst>
            <pc:docMk/>
            <pc:sldMk cId="1176560593" sldId="259"/>
            <ac:picMk id="8" creationId="{76ECB19F-DD4D-BA51-7203-B765D543B478}"/>
          </ac:picMkLst>
        </pc:picChg>
        <pc:picChg chg="mod">
          <ac:chgData name="Aubrey Anne Perez" userId="75f3a0a2-8174-4e7b-b118-884ae6ae8f74" providerId="ADAL" clId="{59E75498-D843-4C18-ACEF-0B484FA605B6}" dt="2026-05-23T05:47:32.398" v="6329" actId="1076"/>
          <ac:picMkLst>
            <pc:docMk/>
            <pc:sldMk cId="1176560593" sldId="259"/>
            <ac:picMk id="12" creationId="{9A82BAAD-5BC7-ECBF-BF53-AC16D96F23E2}"/>
          </ac:picMkLst>
        </pc:picChg>
        <pc:picChg chg="mod">
          <ac:chgData name="Aubrey Anne Perez" userId="75f3a0a2-8174-4e7b-b118-884ae6ae8f74" providerId="ADAL" clId="{59E75498-D843-4C18-ACEF-0B484FA605B6}" dt="2026-05-23T05:48:46.986" v="6332" actId="1076"/>
          <ac:picMkLst>
            <pc:docMk/>
            <pc:sldMk cId="1176560593" sldId="259"/>
            <ac:picMk id="25" creationId="{DF2BD583-2376-AD97-8578-A4CDC7FD4FA2}"/>
          </ac:picMkLst>
        </pc:picChg>
        <pc:picChg chg="mod">
          <ac:chgData name="Aubrey Anne Perez" userId="75f3a0a2-8174-4e7b-b118-884ae6ae8f74" providerId="ADAL" clId="{59E75498-D843-4C18-ACEF-0B484FA605B6}" dt="2026-05-23T05:38:01.233" v="6251" actId="1076"/>
          <ac:picMkLst>
            <pc:docMk/>
            <pc:sldMk cId="1176560593" sldId="259"/>
            <ac:picMk id="39" creationId="{3D369538-C1BB-83E1-9EE0-954C59BE9B54}"/>
          </ac:picMkLst>
        </pc:picChg>
        <pc:picChg chg="mod">
          <ac:chgData name="Aubrey Anne Perez" userId="75f3a0a2-8174-4e7b-b118-884ae6ae8f74" providerId="ADAL" clId="{59E75498-D843-4C18-ACEF-0B484FA605B6}" dt="2026-05-23T05:47:29.625" v="6328" actId="1076"/>
          <ac:picMkLst>
            <pc:docMk/>
            <pc:sldMk cId="1176560593" sldId="259"/>
            <ac:picMk id="41" creationId="{DAAC51C5-08BD-2884-825F-0730B8CD5B38}"/>
          </ac:picMkLst>
        </pc:picChg>
        <pc:picChg chg="mod">
          <ac:chgData name="Aubrey Anne Perez" userId="75f3a0a2-8174-4e7b-b118-884ae6ae8f74" providerId="ADAL" clId="{59E75498-D843-4C18-ACEF-0B484FA605B6}" dt="2026-05-23T05:38:02.298" v="6252" actId="1076"/>
          <ac:picMkLst>
            <pc:docMk/>
            <pc:sldMk cId="1176560593" sldId="259"/>
            <ac:picMk id="43" creationId="{DDCC236F-9A32-0FBE-0541-AAF343644376}"/>
          </ac:picMkLst>
        </pc:picChg>
        <pc:picChg chg="mod">
          <ac:chgData name="Aubrey Anne Perez" userId="75f3a0a2-8174-4e7b-b118-884ae6ae8f74" providerId="ADAL" clId="{59E75498-D843-4C18-ACEF-0B484FA605B6}" dt="2026-05-23T04:26:56.719" v="5688" actId="1076"/>
          <ac:picMkLst>
            <pc:docMk/>
            <pc:sldMk cId="1176560593" sldId="259"/>
            <ac:picMk id="47" creationId="{ADD85BAE-E9B8-4C31-CFD6-0209C286DF77}"/>
          </ac:picMkLst>
        </pc:picChg>
        <pc:picChg chg="add mod modCrop">
          <ac:chgData name="Aubrey Anne Perez" userId="75f3a0a2-8174-4e7b-b118-884ae6ae8f74" providerId="ADAL" clId="{59E75498-D843-4C18-ACEF-0B484FA605B6}" dt="2026-05-23T05:29:53.182" v="6195" actId="1076"/>
          <ac:picMkLst>
            <pc:docMk/>
            <pc:sldMk cId="1176560593" sldId="259"/>
            <ac:picMk id="48" creationId="{9F1B3050-5924-61A5-0364-9BE551DB6747}"/>
          </ac:picMkLst>
        </pc:picChg>
        <pc:picChg chg="add mod modCrop">
          <ac:chgData name="Aubrey Anne Perez" userId="75f3a0a2-8174-4e7b-b118-884ae6ae8f74" providerId="ADAL" clId="{59E75498-D843-4C18-ACEF-0B484FA605B6}" dt="2026-05-23T05:30:25.151" v="6204" actId="1076"/>
          <ac:picMkLst>
            <pc:docMk/>
            <pc:sldMk cId="1176560593" sldId="259"/>
            <ac:picMk id="52" creationId="{F4802C92-123B-4FA4-3B53-D28E7EBAB1DC}"/>
          </ac:picMkLst>
        </pc:picChg>
        <pc:picChg chg="mod">
          <ac:chgData name="Aubrey Anne Perez" userId="75f3a0a2-8174-4e7b-b118-884ae6ae8f74" providerId="ADAL" clId="{59E75498-D843-4C18-ACEF-0B484FA605B6}" dt="2026-05-23T04:26:55.586" v="5687" actId="1076"/>
          <ac:picMkLst>
            <pc:docMk/>
            <pc:sldMk cId="1176560593" sldId="259"/>
            <ac:picMk id="53" creationId="{4A8DB29F-378B-716C-898B-3ADC4967B75C}"/>
          </ac:picMkLst>
        </pc:picChg>
        <pc:picChg chg="mod">
          <ac:chgData name="Aubrey Anne Perez" userId="75f3a0a2-8174-4e7b-b118-884ae6ae8f74" providerId="ADAL" clId="{59E75498-D843-4C18-ACEF-0B484FA605B6}" dt="2026-05-23T04:27:01.649" v="5689" actId="1076"/>
          <ac:picMkLst>
            <pc:docMk/>
            <pc:sldMk cId="1176560593" sldId="259"/>
            <ac:picMk id="60" creationId="{B2F04C3C-B5FF-B9F5-7ACA-97461BAE18ED}"/>
          </ac:picMkLst>
        </pc:picChg>
        <pc:picChg chg="mod modCrop">
          <ac:chgData name="Aubrey Anne Perez" userId="75f3a0a2-8174-4e7b-b118-884ae6ae8f74" providerId="ADAL" clId="{59E75498-D843-4C18-ACEF-0B484FA605B6}" dt="2026-05-23T05:30:21.409" v="6203" actId="1076"/>
          <ac:picMkLst>
            <pc:docMk/>
            <pc:sldMk cId="1176560593" sldId="259"/>
            <ac:picMk id="129" creationId="{8A2B8694-DDE3-F21F-A952-26D19C7C5A90}"/>
          </ac:picMkLst>
        </pc:picChg>
        <pc:picChg chg="mod">
          <ac:chgData name="Aubrey Anne Perez" userId="75f3a0a2-8174-4e7b-b118-884ae6ae8f74" providerId="ADAL" clId="{59E75498-D843-4C18-ACEF-0B484FA605B6}" dt="2026-05-23T04:26:50.308" v="5684" actId="1076"/>
          <ac:picMkLst>
            <pc:docMk/>
            <pc:sldMk cId="1176560593" sldId="259"/>
            <ac:picMk id="130" creationId="{B89A2FF8-BE6D-BDBD-F983-7077BB46C58F}"/>
          </ac:picMkLst>
        </pc:picChg>
        <pc:picChg chg="mod">
          <ac:chgData name="Aubrey Anne Perez" userId="75f3a0a2-8174-4e7b-b118-884ae6ae8f74" providerId="ADAL" clId="{59E75498-D843-4C18-ACEF-0B484FA605B6}" dt="2026-05-23T04:33:00.002" v="5895" actId="1076"/>
          <ac:picMkLst>
            <pc:docMk/>
            <pc:sldMk cId="1176560593" sldId="259"/>
            <ac:picMk id="140" creationId="{2A2E050A-F8FB-8635-B755-22F708FF2015}"/>
          </ac:picMkLst>
        </pc:picChg>
      </pc:sldChg>
    </pc:docChg>
  </pc:docChgLst>
  <pc:docChgLst>
    <pc:chgData name="Isabela Luna Jimenez" userId="S::iljimene@calpoly.edu::cfab9a56-e4a9-4b25-ae84-64502c2878aa" providerId="AD" clId="Web-{15A55A91-8768-5BD3-E2C7-DACD73495AFF}"/>
    <pc:docChg chg="modSld">
      <pc:chgData name="Isabela Luna Jimenez" userId="S::iljimene@calpoly.edu::cfab9a56-e4a9-4b25-ae84-64502c2878aa" providerId="AD" clId="Web-{15A55A91-8768-5BD3-E2C7-DACD73495AFF}" dt="2026-05-22T20:17:36.207" v="46" actId="1076"/>
      <pc:docMkLst>
        <pc:docMk/>
      </pc:docMkLst>
    </pc:docChg>
  </pc:docChgLst>
  <pc:docChgLst>
    <pc:chgData name="Isaiah Steven Guerrero" userId="402eb44b-39cc-44d4-a618-fa2386a9b3cf" providerId="ADAL" clId="{68EE46E4-04E7-42D5-94CD-1D682E9BBFEE}"/>
    <pc:docChg chg="undo custSel modSld">
      <pc:chgData name="Isaiah Steven Guerrero" userId="402eb44b-39cc-44d4-a618-fa2386a9b3cf" providerId="ADAL" clId="{68EE46E4-04E7-42D5-94CD-1D682E9BBFEE}" dt="2026-05-23T05:52:49.360" v="302" actId="5793"/>
      <pc:docMkLst>
        <pc:docMk/>
      </pc:docMkLst>
      <pc:sldChg chg="addSp delSp modSp mod">
        <pc:chgData name="Isaiah Steven Guerrero" userId="402eb44b-39cc-44d4-a618-fa2386a9b3cf" providerId="ADAL" clId="{68EE46E4-04E7-42D5-94CD-1D682E9BBFEE}" dt="2026-05-23T05:52:49.360" v="302" actId="5793"/>
        <pc:sldMkLst>
          <pc:docMk/>
          <pc:sldMk cId="1176560593" sldId="259"/>
        </pc:sldMkLst>
        <pc:spChg chg="mod">
          <ac:chgData name="Isaiah Steven Guerrero" userId="402eb44b-39cc-44d4-a618-fa2386a9b3cf" providerId="ADAL" clId="{68EE46E4-04E7-42D5-94CD-1D682E9BBFEE}" dt="2026-05-23T05:35:32.911" v="291" actId="1076"/>
          <ac:spMkLst>
            <pc:docMk/>
            <pc:sldMk cId="1176560593" sldId="259"/>
            <ac:spMk id="9" creationId="{27BCCE78-BCB8-80B5-A0B5-99A30A8A09FC}"/>
          </ac:spMkLst>
        </pc:spChg>
        <pc:spChg chg="add mod">
          <ac:chgData name="Isaiah Steven Guerrero" userId="402eb44b-39cc-44d4-a618-fa2386a9b3cf" providerId="ADAL" clId="{68EE46E4-04E7-42D5-94CD-1D682E9BBFEE}" dt="2026-05-23T05:33:23.047" v="290" actId="20577"/>
          <ac:spMkLst>
            <pc:docMk/>
            <pc:sldMk cId="1176560593" sldId="259"/>
            <ac:spMk id="11" creationId="{E29B9713-A727-30C3-F07F-FE547EC25F77}"/>
          </ac:spMkLst>
        </pc:spChg>
        <pc:spChg chg="mod">
          <ac:chgData name="Isaiah Steven Guerrero" userId="402eb44b-39cc-44d4-a618-fa2386a9b3cf" providerId="ADAL" clId="{68EE46E4-04E7-42D5-94CD-1D682E9BBFEE}" dt="2026-05-23T05:32:18.273" v="242" actId="1076"/>
          <ac:spMkLst>
            <pc:docMk/>
            <pc:sldMk cId="1176560593" sldId="259"/>
            <ac:spMk id="17" creationId="{D2568589-B290-1C70-B44C-073C1EB67499}"/>
          </ac:spMkLst>
        </pc:spChg>
        <pc:spChg chg="mod">
          <ac:chgData name="Isaiah Steven Guerrero" userId="402eb44b-39cc-44d4-a618-fa2386a9b3cf" providerId="ADAL" clId="{68EE46E4-04E7-42D5-94CD-1D682E9BBFEE}" dt="2026-05-23T05:52:49.360" v="302" actId="5793"/>
          <ac:spMkLst>
            <pc:docMk/>
            <pc:sldMk cId="1176560593" sldId="259"/>
            <ac:spMk id="36" creationId="{3BDCFE24-C6E0-FCBE-D0D6-218C41B382C0}"/>
          </ac:spMkLst>
        </pc:spChg>
        <pc:spChg chg="mod">
          <ac:chgData name="Isaiah Steven Guerrero" userId="402eb44b-39cc-44d4-a618-fa2386a9b3cf" providerId="ADAL" clId="{68EE46E4-04E7-42D5-94CD-1D682E9BBFEE}" dt="2026-05-23T04:29:34.670" v="2" actId="20577"/>
          <ac:spMkLst>
            <pc:docMk/>
            <pc:sldMk cId="1176560593" sldId="259"/>
            <ac:spMk id="37" creationId="{5FB7D652-192C-8825-D0BC-DF34E5B192DC}"/>
          </ac:spMkLst>
        </pc:spChg>
        <pc:spChg chg="mod">
          <ac:chgData name="Isaiah Steven Guerrero" userId="402eb44b-39cc-44d4-a618-fa2386a9b3cf" providerId="ADAL" clId="{68EE46E4-04E7-42D5-94CD-1D682E9BBFEE}" dt="2026-05-23T05:38:17.496" v="294"/>
          <ac:spMkLst>
            <pc:docMk/>
            <pc:sldMk cId="1176560593" sldId="259"/>
            <ac:spMk id="164" creationId="{9F595D64-655B-0560-22C2-CF51452268A5}"/>
          </ac:spMkLst>
        </pc:spChg>
        <pc:graphicFrameChg chg="mod">
          <ac:chgData name="Isaiah Steven Guerrero" userId="402eb44b-39cc-44d4-a618-fa2386a9b3cf" providerId="ADAL" clId="{68EE46E4-04E7-42D5-94CD-1D682E9BBFEE}" dt="2026-05-23T04:56:23.118" v="110" actId="1076"/>
          <ac:graphicFrameMkLst>
            <pc:docMk/>
            <pc:sldMk cId="1176560593" sldId="259"/>
            <ac:graphicFrameMk id="34" creationId="{E6F36BB9-DF5F-A2B2-2EB5-C9998D0DC8FD}"/>
          </ac:graphicFrameMkLst>
        </pc:graphicFrameChg>
        <pc:graphicFrameChg chg="modGraphic">
          <ac:chgData name="Isaiah Steven Guerrero" userId="402eb44b-39cc-44d4-a618-fa2386a9b3cf" providerId="ADAL" clId="{68EE46E4-04E7-42D5-94CD-1D682E9BBFEE}" dt="2026-05-23T05:44:15.090" v="297" actId="20577"/>
          <ac:graphicFrameMkLst>
            <pc:docMk/>
            <pc:sldMk cId="1176560593" sldId="259"/>
            <ac:graphicFrameMk id="45" creationId="{4463DE5A-9BAF-ABC4-9688-997E57093ADA}"/>
          </ac:graphicFrameMkLst>
        </pc:graphicFrameChg>
        <pc:picChg chg="mod">
          <ac:chgData name="Isaiah Steven Guerrero" userId="402eb44b-39cc-44d4-a618-fa2386a9b3cf" providerId="ADAL" clId="{68EE46E4-04E7-42D5-94CD-1D682E9BBFEE}" dt="2026-05-23T04:29:22.575" v="1" actId="1076"/>
          <ac:picMkLst>
            <pc:docMk/>
            <pc:sldMk cId="1176560593" sldId="259"/>
            <ac:picMk id="27" creationId="{7B69142B-D489-60D7-9F08-DB14B82C839C}"/>
          </ac:picMkLst>
        </pc:picChg>
      </pc:sldChg>
    </pc:docChg>
  </pc:docChgLst>
  <pc:docChgLst>
    <pc:chgData name="Isabela Luna Jimenez" userId="S::iljimene@calpoly.edu::cfab9a56-e4a9-4b25-ae84-64502c2878aa" providerId="AD" clId="Web-{9721213E-6928-E321-A185-D58DB3D1BD7A}"/>
    <pc:docChg chg="modSld">
      <pc:chgData name="Isabela Luna Jimenez" userId="S::iljimene@calpoly.edu::cfab9a56-e4a9-4b25-ae84-64502c2878aa" providerId="AD" clId="Web-{9721213E-6928-E321-A185-D58DB3D1BD7A}" dt="2026-05-18T16:41:56.036" v="11"/>
      <pc:docMkLst>
        <pc:docMk/>
      </pc:docMkLst>
    </pc:docChg>
  </pc:docChgLst>
  <pc:docChgLst>
    <pc:chgData name="Isaiah Steven Guerrero" userId="S::iguerr08@calpoly.edu::402eb44b-39cc-44d4-a618-fa2386a9b3cf" providerId="AD" clId="Web-{C1640B87-59C3-39A9-084B-CBB7A9543E3D}"/>
    <pc:docChg chg="modSld">
      <pc:chgData name="Isaiah Steven Guerrero" userId="S::iguerr08@calpoly.edu::402eb44b-39cc-44d4-a618-fa2386a9b3cf" providerId="AD" clId="Web-{C1640B87-59C3-39A9-084B-CBB7A9543E3D}" dt="2026-05-23T04:07:55.142" v="199" actId="1076"/>
      <pc:docMkLst>
        <pc:docMk/>
      </pc:docMkLst>
    </pc:docChg>
  </pc:docChgLst>
  <pc:docChgLst>
    <pc:chgData name="Isabela Luna Jimenez" userId="S::iljimene@calpoly.edu::cfab9a56-e4a9-4b25-ae84-64502c2878aa" providerId="AD" clId="Web-{83569845-4B0B-7502-F2AE-032B2D807AA1}"/>
    <pc:docChg chg="modSld">
      <pc:chgData name="Isabela Luna Jimenez" userId="S::iljimene@calpoly.edu::cfab9a56-e4a9-4b25-ae84-64502c2878aa" providerId="AD" clId="Web-{83569845-4B0B-7502-F2AE-032B2D807AA1}" dt="2026-05-27T05:51:56.951" v="130" actId="20577"/>
      <pc:docMkLst>
        <pc:docMk/>
      </pc:docMkLst>
      <pc:sldChg chg="modSp">
        <pc:chgData name="Isabela Luna Jimenez" userId="S::iljimene@calpoly.edu::cfab9a56-e4a9-4b25-ae84-64502c2878aa" providerId="AD" clId="Web-{83569845-4B0B-7502-F2AE-032B2D807AA1}" dt="2026-05-27T05:51:56.951" v="130" actId="20577"/>
        <pc:sldMkLst>
          <pc:docMk/>
          <pc:sldMk cId="1176560593" sldId="259"/>
        </pc:sldMkLst>
        <pc:spChg chg="mod">
          <ac:chgData name="Isabela Luna Jimenez" userId="S::iljimene@calpoly.edu::cfab9a56-e4a9-4b25-ae84-64502c2878aa" providerId="AD" clId="Web-{83569845-4B0B-7502-F2AE-032B2D807AA1}" dt="2026-05-27T05:51:56.951" v="130" actId="20577"/>
          <ac:spMkLst>
            <pc:docMk/>
            <pc:sldMk cId="1176560593" sldId="259"/>
            <ac:spMk id="5" creationId="{4FF7754E-C5A0-A46D-D68E-7B19473059B0}"/>
          </ac:spMkLst>
        </pc:spChg>
        <pc:spChg chg="mod">
          <ac:chgData name="Isabela Luna Jimenez" userId="S::iljimene@calpoly.edu::cfab9a56-e4a9-4b25-ae84-64502c2878aa" providerId="AD" clId="Web-{83569845-4B0B-7502-F2AE-032B2D807AA1}" dt="2026-05-27T02:47:35.644" v="43" actId="1076"/>
          <ac:spMkLst>
            <pc:docMk/>
            <pc:sldMk cId="1176560593" sldId="259"/>
            <ac:spMk id="6" creationId="{8A52A93C-2010-21BF-F2F0-F2499CD4C865}"/>
          </ac:spMkLst>
        </pc:spChg>
        <pc:spChg chg="mod">
          <ac:chgData name="Isabela Luna Jimenez" userId="S::iljimene@calpoly.edu::cfab9a56-e4a9-4b25-ae84-64502c2878aa" providerId="AD" clId="Web-{83569845-4B0B-7502-F2AE-032B2D807AA1}" dt="2026-05-27T02:51:21.902" v="50" actId="14100"/>
          <ac:spMkLst>
            <pc:docMk/>
            <pc:sldMk cId="1176560593" sldId="259"/>
            <ac:spMk id="13" creationId="{B0610BCF-ECFD-0791-681A-52D7CC823130}"/>
          </ac:spMkLst>
        </pc:spChg>
        <pc:spChg chg="mod">
          <ac:chgData name="Isabela Luna Jimenez" userId="S::iljimene@calpoly.edu::cfab9a56-e4a9-4b25-ae84-64502c2878aa" providerId="AD" clId="Web-{83569845-4B0B-7502-F2AE-032B2D807AA1}" dt="2026-05-27T02:51:54.481" v="57" actId="14100"/>
          <ac:spMkLst>
            <pc:docMk/>
            <pc:sldMk cId="1176560593" sldId="259"/>
            <ac:spMk id="14" creationId="{D09B165B-6D96-346A-6424-C6A141BD44A5}"/>
          </ac:spMkLst>
        </pc:spChg>
        <pc:spChg chg="mod">
          <ac:chgData name="Isabela Luna Jimenez" userId="S::iljimene@calpoly.edu::cfab9a56-e4a9-4b25-ae84-64502c2878aa" providerId="AD" clId="Web-{83569845-4B0B-7502-F2AE-032B2D807AA1}" dt="2026-05-27T02:47:17.190" v="41" actId="1076"/>
          <ac:spMkLst>
            <pc:docMk/>
            <pc:sldMk cId="1176560593" sldId="259"/>
            <ac:spMk id="18" creationId="{EEF8E743-D373-7660-CD94-5532820CA289}"/>
          </ac:spMkLst>
        </pc:spChg>
        <pc:spChg chg="mod">
          <ac:chgData name="Isabela Luna Jimenez" userId="S::iljimene@calpoly.edu::cfab9a56-e4a9-4b25-ae84-64502c2878aa" providerId="AD" clId="Web-{83569845-4B0B-7502-F2AE-032B2D807AA1}" dt="2026-05-27T02:51:43.715" v="54" actId="1076"/>
          <ac:spMkLst>
            <pc:docMk/>
            <pc:sldMk cId="1176560593" sldId="259"/>
            <ac:spMk id="28" creationId="{0CD1B561-6EF7-FD91-F37B-B8C7FEC27605}"/>
          </ac:spMkLst>
        </pc:spChg>
        <pc:spChg chg="mod">
          <ac:chgData name="Isabela Luna Jimenez" userId="S::iljimene@calpoly.edu::cfab9a56-e4a9-4b25-ae84-64502c2878aa" providerId="AD" clId="Web-{83569845-4B0B-7502-F2AE-032B2D807AA1}" dt="2026-05-27T02:51:08.370" v="46" actId="1076"/>
          <ac:spMkLst>
            <pc:docMk/>
            <pc:sldMk cId="1176560593" sldId="259"/>
            <ac:spMk id="32" creationId="{5F20AAE4-6910-AEAF-E205-C3BD27C4BDEC}"/>
          </ac:spMkLst>
        </pc:spChg>
        <pc:spChg chg="mod">
          <ac:chgData name="Isabela Luna Jimenez" userId="S::iljimene@calpoly.edu::cfab9a56-e4a9-4b25-ae84-64502c2878aa" providerId="AD" clId="Web-{83569845-4B0B-7502-F2AE-032B2D807AA1}" dt="2026-05-27T02:58:48.371" v="125" actId="1076"/>
          <ac:spMkLst>
            <pc:docMk/>
            <pc:sldMk cId="1176560593" sldId="259"/>
            <ac:spMk id="36" creationId="{3BDCFE24-C6E0-FCBE-D0D6-218C41B382C0}"/>
          </ac:spMkLst>
        </pc:spChg>
        <pc:spChg chg="mod">
          <ac:chgData name="Isabela Luna Jimenez" userId="S::iljimene@calpoly.edu::cfab9a56-e4a9-4b25-ae84-64502c2878aa" providerId="AD" clId="Web-{83569845-4B0B-7502-F2AE-032B2D807AA1}" dt="2026-05-27T02:51:33.356" v="53" actId="1076"/>
          <ac:spMkLst>
            <pc:docMk/>
            <pc:sldMk cId="1176560593" sldId="259"/>
            <ac:spMk id="37" creationId="{5FB7D652-192C-8825-D0BC-DF34E5B192DC}"/>
          </ac:spMkLst>
        </pc:spChg>
        <pc:picChg chg="mod">
          <ac:chgData name="Isabela Luna Jimenez" userId="S::iljimene@calpoly.edu::cfab9a56-e4a9-4b25-ae84-64502c2878aa" providerId="AD" clId="Web-{83569845-4B0B-7502-F2AE-032B2D807AA1}" dt="2026-05-27T02:51:33.277" v="52" actId="1076"/>
          <ac:picMkLst>
            <pc:docMk/>
            <pc:sldMk cId="1176560593" sldId="259"/>
            <ac:picMk id="27" creationId="{7B69142B-D489-60D7-9F08-DB14B82C839C}"/>
          </ac:picMkLst>
        </pc:picChg>
      </pc:sldChg>
    </pc:docChg>
  </pc:docChgLst>
  <pc:docChgLst>
    <pc:chgData name="Isabela Luna Jimenez" userId="S::iljimene@calpoly.edu::cfab9a56-e4a9-4b25-ae84-64502c2878aa" providerId="AD" clId="Web-{CA56DD38-2152-CC06-858E-B141A726788E}"/>
    <pc:docChg chg="modSld">
      <pc:chgData name="Isabela Luna Jimenez" userId="S::iljimene@calpoly.edu::cfab9a56-e4a9-4b25-ae84-64502c2878aa" providerId="AD" clId="Web-{CA56DD38-2152-CC06-858E-B141A726788E}" dt="2026-05-23T05:20:32.353" v="267" actId="20577"/>
      <pc:docMkLst>
        <pc:docMk/>
      </pc:docMkLst>
      <pc:sldChg chg="addSp delSp modSp">
        <pc:chgData name="Isabela Luna Jimenez" userId="S::iljimene@calpoly.edu::cfab9a56-e4a9-4b25-ae84-64502c2878aa" providerId="AD" clId="Web-{CA56DD38-2152-CC06-858E-B141A726788E}" dt="2026-05-23T05:20:32.353" v="267" actId="20577"/>
        <pc:sldMkLst>
          <pc:docMk/>
          <pc:sldMk cId="1176560593" sldId="259"/>
        </pc:sldMkLst>
        <pc:spChg chg="mod">
          <ac:chgData name="Isabela Luna Jimenez" userId="S::iljimene@calpoly.edu::cfab9a56-e4a9-4b25-ae84-64502c2878aa" providerId="AD" clId="Web-{CA56DD38-2152-CC06-858E-B141A726788E}" dt="2026-05-23T05:08:17.590" v="22" actId="1076"/>
          <ac:spMkLst>
            <pc:docMk/>
            <pc:sldMk cId="1176560593" sldId="259"/>
            <ac:spMk id="9" creationId="{27BCCE78-BCB8-80B5-A0B5-99A30A8A09FC}"/>
          </ac:spMkLst>
        </pc:spChg>
        <pc:spChg chg="mod">
          <ac:chgData name="Isabela Luna Jimenez" userId="S::iljimene@calpoly.edu::cfab9a56-e4a9-4b25-ae84-64502c2878aa" providerId="AD" clId="Web-{CA56DD38-2152-CC06-858E-B141A726788E}" dt="2026-05-23T05:14:26.153" v="252" actId="20577"/>
          <ac:spMkLst>
            <pc:docMk/>
            <pc:sldMk cId="1176560593" sldId="259"/>
            <ac:spMk id="10" creationId="{8E606C46-330F-45E6-27E4-C479E85F35AD}"/>
          </ac:spMkLst>
        </pc:spChg>
        <pc:spChg chg="add del">
          <ac:chgData name="Isabela Luna Jimenez" userId="S::iljimene@calpoly.edu::cfab9a56-e4a9-4b25-ae84-64502c2878aa" providerId="AD" clId="Web-{CA56DD38-2152-CC06-858E-B141A726788E}" dt="2026-05-23T05:08:16.871" v="21"/>
          <ac:spMkLst>
            <pc:docMk/>
            <pc:sldMk cId="1176560593" sldId="259"/>
            <ac:spMk id="23" creationId="{ED0312DF-6F5E-0AF7-F544-DF7C77291A21}"/>
          </ac:spMkLst>
        </pc:spChg>
        <pc:spChg chg="add del mod">
          <ac:chgData name="Isabela Luna Jimenez" userId="S::iljimene@calpoly.edu::cfab9a56-e4a9-4b25-ae84-64502c2878aa" providerId="AD" clId="Web-{CA56DD38-2152-CC06-858E-B141A726788E}" dt="2026-05-23T05:20:32.353" v="267" actId="20577"/>
          <ac:spMkLst>
            <pc:docMk/>
            <pc:sldMk cId="1176560593" sldId="259"/>
            <ac:spMk id="29" creationId="{1D39D172-B038-7FB2-C2FF-A5E4A4C70E39}"/>
          </ac:spMkLst>
        </pc:spChg>
        <pc:spChg chg="mod">
          <ac:chgData name="Isabela Luna Jimenez" userId="S::iljimene@calpoly.edu::cfab9a56-e4a9-4b25-ae84-64502c2878aa" providerId="AD" clId="Web-{CA56DD38-2152-CC06-858E-B141A726788E}" dt="2026-05-23T05:16:20.141" v="266" actId="1076"/>
          <ac:spMkLst>
            <pc:docMk/>
            <pc:sldMk cId="1176560593" sldId="259"/>
            <ac:spMk id="35" creationId="{2110E294-74D6-3D49-ADFE-51AAAFD562F8}"/>
          </ac:spMkLst>
        </pc:spChg>
        <pc:picChg chg="mod">
          <ac:chgData name="Isabela Luna Jimenez" userId="S::iljimene@calpoly.edu::cfab9a56-e4a9-4b25-ae84-64502c2878aa" providerId="AD" clId="Web-{CA56DD38-2152-CC06-858E-B141A726788E}" dt="2026-05-23T05:13:18.947" v="240" actId="14100"/>
          <ac:picMkLst>
            <pc:docMk/>
            <pc:sldMk cId="1176560593" sldId="259"/>
            <ac:picMk id="25" creationId="{DF2BD583-2376-AD97-8578-A4CDC7FD4FA2}"/>
          </ac:picMkLst>
        </pc:picChg>
        <pc:picChg chg="mod">
          <ac:chgData name="Isabela Luna Jimenez" userId="S::iljimene@calpoly.edu::cfab9a56-e4a9-4b25-ae84-64502c2878aa" providerId="AD" clId="Web-{CA56DD38-2152-CC06-858E-B141A726788E}" dt="2026-05-23T05:16:04.063" v="265" actId="14100"/>
          <ac:picMkLst>
            <pc:docMk/>
            <pc:sldMk cId="1176560593" sldId="259"/>
            <ac:picMk id="39" creationId="{3D369538-C1BB-83E1-9EE0-954C59BE9B54}"/>
          </ac:picMkLst>
        </pc:picChg>
        <pc:picChg chg="mod">
          <ac:chgData name="Isabela Luna Jimenez" userId="S::iljimene@calpoly.edu::cfab9a56-e4a9-4b25-ae84-64502c2878aa" providerId="AD" clId="Web-{CA56DD38-2152-CC06-858E-B141A726788E}" dt="2026-05-23T05:13:12.618" v="238" actId="1076"/>
          <ac:picMkLst>
            <pc:docMk/>
            <pc:sldMk cId="1176560593" sldId="259"/>
            <ac:picMk id="41" creationId="{DAAC51C5-08BD-2884-825F-0730B8CD5B38}"/>
          </ac:picMkLst>
        </pc:picChg>
        <pc:picChg chg="mod">
          <ac:chgData name="Isabela Luna Jimenez" userId="S::iljimene@calpoly.edu::cfab9a56-e4a9-4b25-ae84-64502c2878aa" providerId="AD" clId="Web-{CA56DD38-2152-CC06-858E-B141A726788E}" dt="2026-05-23T05:15:52.390" v="262" actId="1076"/>
          <ac:picMkLst>
            <pc:docMk/>
            <pc:sldMk cId="1176560593" sldId="259"/>
            <ac:picMk id="43" creationId="{DDCC236F-9A32-0FBE-0541-AAF343644376}"/>
          </ac:picMkLst>
        </pc:picChg>
      </pc:sldChg>
    </pc:docChg>
  </pc:docChgLst>
  <pc:docChgLst>
    <pc:chgData name="Jireh E. Velasquez" userId="76f1c40c-2ff9-4cc2-9ded-03b4d58c7e7a" providerId="ADAL" clId="{C2E0E103-A9FD-4EA7-9527-8B9A7F1C7D06}"/>
    <pc:docChg chg="undo redo custSel modSld">
      <pc:chgData name="Jireh E. Velasquez" userId="76f1c40c-2ff9-4cc2-9ded-03b4d58c7e7a" providerId="ADAL" clId="{C2E0E103-A9FD-4EA7-9527-8B9A7F1C7D06}" dt="2026-05-26T23:22:48.614" v="3741" actId="113"/>
      <pc:docMkLst>
        <pc:docMk/>
      </pc:docMkLst>
      <pc:sldChg chg="delSp modSp mod">
        <pc:chgData name="Jireh E. Velasquez" userId="76f1c40c-2ff9-4cc2-9ded-03b4d58c7e7a" providerId="ADAL" clId="{C2E0E103-A9FD-4EA7-9527-8B9A7F1C7D06}" dt="2026-05-26T23:22:48.614" v="3741" actId="113"/>
        <pc:sldMkLst>
          <pc:docMk/>
          <pc:sldMk cId="1176560593" sldId="259"/>
        </pc:sldMkLst>
        <pc:spChg chg="mod">
          <ac:chgData name="Jireh E. Velasquez" userId="76f1c40c-2ff9-4cc2-9ded-03b4d58c7e7a" providerId="ADAL" clId="{C2E0E103-A9FD-4EA7-9527-8B9A7F1C7D06}" dt="2026-05-26T22:00:30.723" v="3284" actId="1036"/>
          <ac:spMkLst>
            <pc:docMk/>
            <pc:sldMk cId="1176560593" sldId="259"/>
            <ac:spMk id="9" creationId="{27BCCE78-BCB8-80B5-A0B5-99A30A8A09FC}"/>
          </ac:spMkLst>
        </pc:spChg>
        <pc:spChg chg="mod">
          <ac:chgData name="Jireh E. Velasquez" userId="76f1c40c-2ff9-4cc2-9ded-03b4d58c7e7a" providerId="ADAL" clId="{C2E0E103-A9FD-4EA7-9527-8B9A7F1C7D06}" dt="2026-05-26T23:22:48.614" v="3741" actId="113"/>
          <ac:spMkLst>
            <pc:docMk/>
            <pc:sldMk cId="1176560593" sldId="259"/>
            <ac:spMk id="11" creationId="{E29B9713-A727-30C3-F07F-FE547EC25F77}"/>
          </ac:spMkLst>
        </pc:spChg>
        <pc:spChg chg="mod">
          <ac:chgData name="Jireh E. Velasquez" userId="76f1c40c-2ff9-4cc2-9ded-03b4d58c7e7a" providerId="ADAL" clId="{C2E0E103-A9FD-4EA7-9527-8B9A7F1C7D06}" dt="2026-05-26T23:21:58.470" v="3735" actId="1076"/>
          <ac:spMkLst>
            <pc:docMk/>
            <pc:sldMk cId="1176560593" sldId="259"/>
            <ac:spMk id="17" creationId="{D2568589-B290-1C70-B44C-073C1EB67499}"/>
          </ac:spMkLst>
        </pc:spChg>
        <pc:spChg chg="mod">
          <ac:chgData name="Jireh E. Velasquez" userId="76f1c40c-2ff9-4cc2-9ded-03b4d58c7e7a" providerId="ADAL" clId="{C2E0E103-A9FD-4EA7-9527-8B9A7F1C7D06}" dt="2026-05-26T23:20:52.779" v="3666" actId="1076"/>
          <ac:spMkLst>
            <pc:docMk/>
            <pc:sldMk cId="1176560593" sldId="259"/>
            <ac:spMk id="23" creationId="{ED0312DF-6F5E-0AF7-F544-DF7C77291A21}"/>
          </ac:spMkLst>
        </pc:spChg>
        <pc:spChg chg="mod">
          <ac:chgData name="Jireh E. Velasquez" userId="76f1c40c-2ff9-4cc2-9ded-03b4d58c7e7a" providerId="ADAL" clId="{C2E0E103-A9FD-4EA7-9527-8B9A7F1C7D06}" dt="2026-05-26T22:00:30.723" v="3284" actId="1036"/>
          <ac:spMkLst>
            <pc:docMk/>
            <pc:sldMk cId="1176560593" sldId="259"/>
            <ac:spMk id="29" creationId="{1D39D172-B038-7FB2-C2FF-A5E4A4C70E39}"/>
          </ac:spMkLst>
        </pc:spChg>
        <pc:spChg chg="mod">
          <ac:chgData name="Jireh E. Velasquez" userId="76f1c40c-2ff9-4cc2-9ded-03b4d58c7e7a" providerId="ADAL" clId="{C2E0E103-A9FD-4EA7-9527-8B9A7F1C7D06}" dt="2026-05-26T23:08:03.977" v="3307" actId="1076"/>
          <ac:spMkLst>
            <pc:docMk/>
            <pc:sldMk cId="1176560593" sldId="259"/>
            <ac:spMk id="44" creationId="{FA24F9D9-CE29-F2F2-E14A-8A07B25DB137}"/>
          </ac:spMkLst>
        </pc:spChg>
        <pc:picChg chg="mod">
          <ac:chgData name="Jireh E. Velasquez" userId="76f1c40c-2ff9-4cc2-9ded-03b4d58c7e7a" providerId="ADAL" clId="{C2E0E103-A9FD-4EA7-9527-8B9A7F1C7D06}" dt="2026-05-26T22:00:30.723" v="3284" actId="1036"/>
          <ac:picMkLst>
            <pc:docMk/>
            <pc:sldMk cId="1176560593" sldId="259"/>
            <ac:picMk id="12" creationId="{9A82BAAD-5BC7-ECBF-BF53-AC16D96F23E2}"/>
          </ac:picMkLst>
        </pc:picChg>
        <pc:picChg chg="mod">
          <ac:chgData name="Jireh E. Velasquez" userId="76f1c40c-2ff9-4cc2-9ded-03b4d58c7e7a" providerId="ADAL" clId="{C2E0E103-A9FD-4EA7-9527-8B9A7F1C7D06}" dt="2026-05-26T22:00:30.723" v="3284" actId="1036"/>
          <ac:picMkLst>
            <pc:docMk/>
            <pc:sldMk cId="1176560593" sldId="259"/>
            <ac:picMk id="25" creationId="{DF2BD583-2376-AD97-8578-A4CDC7FD4FA2}"/>
          </ac:picMkLst>
        </pc:picChg>
        <pc:picChg chg="mod">
          <ac:chgData name="Jireh E. Velasquez" userId="76f1c40c-2ff9-4cc2-9ded-03b4d58c7e7a" providerId="ADAL" clId="{C2E0E103-A9FD-4EA7-9527-8B9A7F1C7D06}" dt="2026-05-26T22:00:30.723" v="3284" actId="1036"/>
          <ac:picMkLst>
            <pc:docMk/>
            <pc:sldMk cId="1176560593" sldId="259"/>
            <ac:picMk id="41" creationId="{DAAC51C5-08BD-2884-825F-0730B8CD5B3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8230CE-BBA5-44EE-9DA7-D51B096F84E3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2898B6-6307-411C-B154-7108B50E96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548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2898B6-6307-411C-B154-7108B50E967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8405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1840" y="5387342"/>
            <a:ext cx="37307520" cy="11460480"/>
          </a:xfrm>
        </p:spPr>
        <p:txBody>
          <a:bodyPr anchor="b"/>
          <a:lstStyle>
            <a:lvl1pPr algn="ctr">
              <a:defRPr sz="28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0" y="17289782"/>
            <a:ext cx="32918400" cy="7947658"/>
          </a:xfrm>
        </p:spPr>
        <p:txBody>
          <a:bodyPr/>
          <a:lstStyle>
            <a:lvl1pPr marL="0" indent="0" algn="ctr">
              <a:buNone/>
              <a:defRPr sz="11520"/>
            </a:lvl1pPr>
            <a:lvl2pPr marL="2194560" indent="0" algn="ctr">
              <a:buNone/>
              <a:defRPr sz="9600"/>
            </a:lvl2pPr>
            <a:lvl3pPr marL="4389120" indent="0" algn="ctr">
              <a:buNone/>
              <a:defRPr sz="8640"/>
            </a:lvl3pPr>
            <a:lvl4pPr marL="6583680" indent="0" algn="ctr">
              <a:buNone/>
              <a:defRPr sz="7680"/>
            </a:lvl4pPr>
            <a:lvl5pPr marL="8778240" indent="0" algn="ctr">
              <a:buNone/>
              <a:defRPr sz="7680"/>
            </a:lvl5pPr>
            <a:lvl6pPr marL="10972800" indent="0" algn="ctr">
              <a:buNone/>
              <a:defRPr sz="7680"/>
            </a:lvl6pPr>
            <a:lvl7pPr marL="13167360" indent="0" algn="ctr">
              <a:buNone/>
              <a:defRPr sz="7680"/>
            </a:lvl7pPr>
            <a:lvl8pPr marL="15361920" indent="0" algn="ctr">
              <a:buNone/>
              <a:defRPr sz="7680"/>
            </a:lvl8pPr>
            <a:lvl9pPr marL="17556480" indent="0" algn="ctr">
              <a:buNone/>
              <a:defRPr sz="768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41CB4-DF6C-4F9F-9818-55D85E166385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82865-2DC4-4102-B448-47560E923D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411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41CB4-DF6C-4F9F-9818-55D85E166385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82865-2DC4-4102-B448-47560E923D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8559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4662" y="8206749"/>
            <a:ext cx="37856160" cy="13693138"/>
          </a:xfrm>
        </p:spPr>
        <p:txBody>
          <a:bodyPr anchor="b"/>
          <a:lstStyle>
            <a:lvl1pPr>
              <a:defRPr sz="28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94662" y="22029429"/>
            <a:ext cx="37856160" cy="7200898"/>
          </a:xfrm>
        </p:spPr>
        <p:txBody>
          <a:bodyPr/>
          <a:lstStyle>
            <a:lvl1pPr marL="0" indent="0">
              <a:buNone/>
              <a:defRPr sz="11520">
                <a:solidFill>
                  <a:schemeClr val="tx1"/>
                </a:solidFill>
              </a:defRPr>
            </a:lvl1pPr>
            <a:lvl2pPr marL="2194560" indent="0">
              <a:buNone/>
              <a:defRPr sz="9600">
                <a:solidFill>
                  <a:schemeClr val="tx1">
                    <a:tint val="75000"/>
                  </a:schemeClr>
                </a:solidFill>
              </a:defRPr>
            </a:lvl2pPr>
            <a:lvl3pPr marL="4389120" indent="0">
              <a:buNone/>
              <a:defRPr sz="8640">
                <a:solidFill>
                  <a:schemeClr val="tx1">
                    <a:tint val="75000"/>
                  </a:schemeClr>
                </a:solidFill>
              </a:defRPr>
            </a:lvl3pPr>
            <a:lvl4pPr marL="658368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4pPr>
            <a:lvl5pPr marL="877824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5pPr>
            <a:lvl6pPr marL="1097280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6pPr>
            <a:lvl7pPr marL="1316736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7pPr>
            <a:lvl8pPr marL="1536192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8pPr>
            <a:lvl9pPr marL="1755648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41CB4-DF6C-4F9F-9818-55D85E166385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82865-2DC4-4102-B448-47560E923D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748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175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2199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41CB4-DF6C-4F9F-9818-55D85E166385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82865-2DC4-4102-B448-47560E923D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2704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1752607"/>
            <a:ext cx="37856160" cy="636270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23242" y="8069582"/>
            <a:ext cx="18568032" cy="3954778"/>
          </a:xfrm>
        </p:spPr>
        <p:txBody>
          <a:bodyPr anchor="b"/>
          <a:lstStyle>
            <a:lvl1pPr marL="0" indent="0">
              <a:buNone/>
              <a:defRPr sz="1152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23242" y="12024360"/>
            <a:ext cx="18568032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19922" y="8069582"/>
            <a:ext cx="18659477" cy="3954778"/>
          </a:xfrm>
        </p:spPr>
        <p:txBody>
          <a:bodyPr anchor="b"/>
          <a:lstStyle>
            <a:lvl1pPr marL="0" indent="0">
              <a:buNone/>
              <a:defRPr sz="1152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19922" y="12024360"/>
            <a:ext cx="18659477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41CB4-DF6C-4F9F-9818-55D85E166385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82865-2DC4-4102-B448-47560E923D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7300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41CB4-DF6C-4F9F-9818-55D85E166385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82865-2DC4-4102-B448-47560E923D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229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41CB4-DF6C-4F9F-9818-55D85E166385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82865-2DC4-4102-B448-47560E923D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661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2194560"/>
            <a:ext cx="14156054" cy="7680960"/>
          </a:xfrm>
        </p:spPr>
        <p:txBody>
          <a:bodyPr anchor="b"/>
          <a:lstStyle>
            <a:lvl1pPr>
              <a:defRPr sz="1536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59477" y="4739647"/>
            <a:ext cx="22219920" cy="23393400"/>
          </a:xfrm>
        </p:spPr>
        <p:txBody>
          <a:bodyPr/>
          <a:lstStyle>
            <a:lvl1pPr>
              <a:defRPr sz="15360"/>
            </a:lvl1pPr>
            <a:lvl2pPr>
              <a:defRPr sz="13440"/>
            </a:lvl2pPr>
            <a:lvl3pPr>
              <a:defRPr sz="11520"/>
            </a:lvl3pPr>
            <a:lvl4pPr>
              <a:defRPr sz="9600"/>
            </a:lvl4pPr>
            <a:lvl5pPr>
              <a:defRPr sz="9600"/>
            </a:lvl5pPr>
            <a:lvl6pPr>
              <a:defRPr sz="9600"/>
            </a:lvl6pPr>
            <a:lvl7pPr>
              <a:defRPr sz="9600"/>
            </a:lvl7pPr>
            <a:lvl8pPr>
              <a:defRPr sz="9600"/>
            </a:lvl8pPr>
            <a:lvl9pPr>
              <a:defRPr sz="9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7" y="9875520"/>
            <a:ext cx="14156054" cy="18295622"/>
          </a:xfrm>
        </p:spPr>
        <p:txBody>
          <a:bodyPr/>
          <a:lstStyle>
            <a:lvl1pPr marL="0" indent="0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41CB4-DF6C-4F9F-9818-55D85E166385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82865-2DC4-4102-B448-47560E923D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5574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2194560"/>
            <a:ext cx="14156054" cy="7680960"/>
          </a:xfrm>
        </p:spPr>
        <p:txBody>
          <a:bodyPr anchor="b"/>
          <a:lstStyle>
            <a:lvl1pPr>
              <a:defRPr sz="1536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8659477" y="4739647"/>
            <a:ext cx="22219920" cy="23393400"/>
          </a:xfrm>
        </p:spPr>
        <p:txBody>
          <a:bodyPr anchor="t"/>
          <a:lstStyle>
            <a:lvl1pPr marL="0" indent="0">
              <a:buNone/>
              <a:defRPr sz="15360"/>
            </a:lvl1pPr>
            <a:lvl2pPr marL="2194560" indent="0">
              <a:buNone/>
              <a:defRPr sz="13440"/>
            </a:lvl2pPr>
            <a:lvl3pPr marL="4389120" indent="0">
              <a:buNone/>
              <a:defRPr sz="11520"/>
            </a:lvl3pPr>
            <a:lvl4pPr marL="6583680" indent="0">
              <a:buNone/>
              <a:defRPr sz="9600"/>
            </a:lvl4pPr>
            <a:lvl5pPr marL="8778240" indent="0">
              <a:buNone/>
              <a:defRPr sz="9600"/>
            </a:lvl5pPr>
            <a:lvl6pPr marL="10972800" indent="0">
              <a:buNone/>
              <a:defRPr sz="9600"/>
            </a:lvl6pPr>
            <a:lvl7pPr marL="13167360" indent="0">
              <a:buNone/>
              <a:defRPr sz="9600"/>
            </a:lvl7pPr>
            <a:lvl8pPr marL="15361920" indent="0">
              <a:buNone/>
              <a:defRPr sz="9600"/>
            </a:lvl8pPr>
            <a:lvl9pPr marL="17556480" indent="0">
              <a:buNone/>
              <a:defRPr sz="9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7" y="9875520"/>
            <a:ext cx="14156054" cy="18295622"/>
          </a:xfrm>
        </p:spPr>
        <p:txBody>
          <a:bodyPr/>
          <a:lstStyle>
            <a:lvl1pPr marL="0" indent="0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41CB4-DF6C-4F9F-9818-55D85E166385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82865-2DC4-4102-B448-47560E923D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836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41CB4-DF6C-4F9F-9818-55D85E166385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82865-2DC4-4102-B448-47560E923D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126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1409642" y="1752600"/>
            <a:ext cx="9464040" cy="278968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17522" y="1752600"/>
            <a:ext cx="27843480" cy="2789682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41CB4-DF6C-4F9F-9818-55D85E166385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82865-2DC4-4102-B448-47560E923D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378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17520" y="1752607"/>
            <a:ext cx="37856160" cy="6362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0" y="8763000"/>
            <a:ext cx="37856160" cy="208864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17520" y="30510487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7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D41CB4-DF6C-4F9F-9818-55D85E166385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38960" y="30510487"/>
            <a:ext cx="1481328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7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998160" y="30510487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7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A82865-2DC4-4102-B448-47560E923D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176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4389120" rtl="0" eaLnBrk="1" latinLnBrk="0" hangingPunct="1">
        <a:lnSpc>
          <a:spcPct val="90000"/>
        </a:lnSpc>
        <a:spcBef>
          <a:spcPct val="0"/>
        </a:spcBef>
        <a:buNone/>
        <a:defRPr sz="211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97280" indent="-1097280" algn="l" defTabSz="4389120" rtl="0" eaLnBrk="1" latinLnBrk="0" hangingPunct="1">
        <a:lnSpc>
          <a:spcPct val="90000"/>
        </a:lnSpc>
        <a:spcBef>
          <a:spcPts val="4800"/>
        </a:spcBef>
        <a:buFont typeface="Arial" panose="020B0604020202020204" pitchFamily="34" charset="0"/>
        <a:buChar char="•"/>
        <a:defRPr sz="13440" kern="1200">
          <a:solidFill>
            <a:schemeClr val="tx1"/>
          </a:solidFill>
          <a:latin typeface="+mn-lt"/>
          <a:ea typeface="+mn-ea"/>
          <a:cs typeface="+mn-cs"/>
        </a:defRPr>
      </a:lvl1pPr>
      <a:lvl2pPr marL="329184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1152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3pPr>
      <a:lvl4pPr marL="768096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987552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426464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645920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865376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2pPr>
      <a:lvl3pPr marL="43891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3pPr>
      <a:lvl4pPr marL="65836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877824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31673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53619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75564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jpe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jpe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jpe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jpeg"/><Relationship Id="rId14" Type="http://schemas.openxmlformats.org/officeDocument/2006/relationships/image" Target="../media/image1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CAF78-7372-2241-2690-BB783B5A5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3FD576F8-4097-548C-312F-E0E4DAEA2659}"/>
              </a:ext>
            </a:extLst>
          </p:cNvPr>
          <p:cNvSpPr/>
          <p:nvPr/>
        </p:nvSpPr>
        <p:spPr>
          <a:xfrm>
            <a:off x="791692" y="26195397"/>
            <a:ext cx="12942811" cy="6478074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FFC215"/>
            </a:solidFill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ED0312DF-6F5E-0AF7-F544-DF7C77291A21}"/>
              </a:ext>
            </a:extLst>
          </p:cNvPr>
          <p:cNvSpPr/>
          <p:nvPr/>
        </p:nvSpPr>
        <p:spPr>
          <a:xfrm>
            <a:off x="14258751" y="22484813"/>
            <a:ext cx="15359062" cy="1018865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FFC215"/>
            </a:solidFill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2568589-B290-1C70-B44C-073C1EB67499}"/>
              </a:ext>
            </a:extLst>
          </p:cNvPr>
          <p:cNvSpPr/>
          <p:nvPr/>
        </p:nvSpPr>
        <p:spPr>
          <a:xfrm>
            <a:off x="30156699" y="21682307"/>
            <a:ext cx="13141351" cy="10991164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FFC215"/>
            </a:solidFill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CBF5DCD-0CA8-A926-FD8E-0102D35A55D6}"/>
              </a:ext>
            </a:extLst>
          </p:cNvPr>
          <p:cNvSpPr/>
          <p:nvPr/>
        </p:nvSpPr>
        <p:spPr>
          <a:xfrm>
            <a:off x="30186389" y="5166522"/>
            <a:ext cx="13126714" cy="16071871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FFC215"/>
            </a:solidFill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77CF4AF-62AE-A8F1-1579-76EEC0012626}"/>
              </a:ext>
            </a:extLst>
          </p:cNvPr>
          <p:cNvSpPr/>
          <p:nvPr/>
        </p:nvSpPr>
        <p:spPr>
          <a:xfrm>
            <a:off x="14273389" y="5181939"/>
            <a:ext cx="15359063" cy="16869986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FFC215"/>
            </a:solidFill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09B165B-6D96-346A-6424-C6A141BD44A5}"/>
              </a:ext>
            </a:extLst>
          </p:cNvPr>
          <p:cNvSpPr/>
          <p:nvPr/>
        </p:nvSpPr>
        <p:spPr>
          <a:xfrm>
            <a:off x="791692" y="18637383"/>
            <a:ext cx="12942811" cy="7256837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FFC215"/>
            </a:solidFill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0610BCF-ECFD-0791-681A-52D7CC823130}"/>
              </a:ext>
            </a:extLst>
          </p:cNvPr>
          <p:cNvSpPr/>
          <p:nvPr/>
        </p:nvSpPr>
        <p:spPr>
          <a:xfrm>
            <a:off x="677849" y="5145323"/>
            <a:ext cx="13060212" cy="13016602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FFC215"/>
            </a:solidFill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6ECB19F-DD4D-BA51-7203-B765D543B4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25549" y="-1385164"/>
            <a:ext cx="7384356" cy="7426396"/>
          </a:xfrm>
          <a:prstGeom prst="rect">
            <a:avLst/>
          </a:prstGeom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8E7AC83-FC05-A820-F576-88AFCE956256}"/>
              </a:ext>
            </a:extLst>
          </p:cNvPr>
          <p:cNvSpPr txBox="1"/>
          <p:nvPr/>
        </p:nvSpPr>
        <p:spPr>
          <a:xfrm>
            <a:off x="1259089" y="-1441154"/>
            <a:ext cx="41373027" cy="1012761"/>
          </a:xfrm>
          <a:prstGeom prst="rect">
            <a:avLst/>
          </a:prstGeom>
          <a:noFill/>
        </p:spPr>
        <p:txBody>
          <a:bodyPr wrap="square" lIns="77138" tIns="38568" rIns="77138" bIns="38568" rtlCol="0">
            <a:spAutoFit/>
          </a:bodyPr>
          <a:lstStyle/>
          <a:p>
            <a:endParaRPr lang="en-US" sz="6075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DE73EA39-1EB5-3111-4436-B7C7D785336D}"/>
              </a:ext>
            </a:extLst>
          </p:cNvPr>
          <p:cNvSpPr txBox="1"/>
          <p:nvPr/>
        </p:nvSpPr>
        <p:spPr>
          <a:xfrm>
            <a:off x="11994879" y="3868528"/>
            <a:ext cx="19522370" cy="854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525987"/>
            <a:r>
              <a:rPr lang="en-US" sz="495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Aubrey Perez – Bela Jimenez – Isaiah Guerrero – Jireh Velasquez </a:t>
            </a:r>
            <a:endParaRPr lang="en-US" sz="4950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9F595D64-655B-0560-22C2-CF51452268A5}"/>
              </a:ext>
            </a:extLst>
          </p:cNvPr>
          <p:cNvSpPr txBox="1"/>
          <p:nvPr/>
        </p:nvSpPr>
        <p:spPr>
          <a:xfrm>
            <a:off x="12044251" y="523684"/>
            <a:ext cx="19981415" cy="329320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 defTabSz="3525987"/>
            <a:r>
              <a:rPr lang="en-US" sz="10400" b="1" spc="281" dirty="0">
                <a:solidFill>
                  <a:prstClr val="black"/>
                </a:solidFill>
                <a:latin typeface="Times New Roman"/>
                <a:cs typeface="Times New Roman"/>
              </a:rPr>
              <a:t>Compressor Rotor Joints and Fits Interference Study</a:t>
            </a:r>
            <a:endParaRPr lang="en-US" sz="10400" b="1" spc="281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5" name="Picture 164" descr="Cal Poly Mechanical Engineering Department Logo">
            <a:extLst>
              <a:ext uri="{FF2B5EF4-FFF2-40B4-BE49-F238E27FC236}">
                <a16:creationId xmlns:a16="http://schemas.microsoft.com/office/drawing/2014/main" id="{21A28FDA-1E5A-231B-ACEE-E700B395435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186" y="525077"/>
            <a:ext cx="9752305" cy="2901059"/>
          </a:xfrm>
          <a:prstGeom prst="rect">
            <a:avLst/>
          </a:prstGeom>
        </p:spPr>
      </p:pic>
      <p:sp>
        <p:nvSpPr>
          <p:cNvPr id="166" name="TextBox 165">
            <a:extLst>
              <a:ext uri="{FF2B5EF4-FFF2-40B4-BE49-F238E27FC236}">
                <a16:creationId xmlns:a16="http://schemas.microsoft.com/office/drawing/2014/main" id="{502BC976-4502-F728-8A00-A7F9C05BE371}"/>
              </a:ext>
            </a:extLst>
          </p:cNvPr>
          <p:cNvSpPr txBox="1"/>
          <p:nvPr/>
        </p:nvSpPr>
        <p:spPr>
          <a:xfrm>
            <a:off x="2537782" y="3825969"/>
            <a:ext cx="75009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525987"/>
            <a:r>
              <a:rPr lang="en-US" sz="3600" b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Advisor: Rick Lasko</a:t>
            </a:r>
          </a:p>
        </p:txBody>
      </p:sp>
      <p:sp>
        <p:nvSpPr>
          <p:cNvPr id="290" name="TextBox 289">
            <a:extLst>
              <a:ext uri="{FF2B5EF4-FFF2-40B4-BE49-F238E27FC236}">
                <a16:creationId xmlns:a16="http://schemas.microsoft.com/office/drawing/2014/main" id="{98F7F636-8636-25F6-497D-79F849449ADD}"/>
              </a:ext>
            </a:extLst>
          </p:cNvPr>
          <p:cNvSpPr txBox="1"/>
          <p:nvPr/>
        </p:nvSpPr>
        <p:spPr>
          <a:xfrm>
            <a:off x="34065745" y="3825969"/>
            <a:ext cx="55071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525987"/>
            <a:r>
              <a:rPr lang="en-US" sz="3600" b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Advisor: Manny Aldana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F20AAE4-6910-AEAF-E205-C3BD27C4BDEC}"/>
              </a:ext>
            </a:extLst>
          </p:cNvPr>
          <p:cNvSpPr txBox="1"/>
          <p:nvPr/>
        </p:nvSpPr>
        <p:spPr>
          <a:xfrm>
            <a:off x="1064621" y="10996715"/>
            <a:ext cx="11943759" cy="15696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 defTabSz="3525987"/>
            <a:r>
              <a:rPr lang="en-US" sz="3200">
                <a:solidFill>
                  <a:prstClr val="black"/>
                </a:solidFill>
                <a:latin typeface="Times New Roman"/>
                <a:ea typeface="+mn-lt"/>
                <a:cs typeface="Times New Roman"/>
              </a:rPr>
              <a:t>Rotor plates shifting radially under operating loads potentially affect compressor stability and vibration behavior. </a:t>
            </a:r>
            <a:endParaRPr lang="en-US">
              <a:solidFill>
                <a:prstClr val="black"/>
              </a:solidFill>
              <a:latin typeface="Times New Roman"/>
              <a:ea typeface="+mn-lt"/>
              <a:cs typeface="Times New Roman"/>
            </a:endParaRPr>
          </a:p>
          <a:p>
            <a:pPr algn="just" defTabSz="3525987"/>
            <a:endParaRPr lang="en-US" sz="32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4D16F2B-2287-4A57-93AC-49F2DB2CA595}"/>
              </a:ext>
            </a:extLst>
          </p:cNvPr>
          <p:cNvSpPr txBox="1"/>
          <p:nvPr/>
        </p:nvSpPr>
        <p:spPr>
          <a:xfrm>
            <a:off x="4953194" y="5419768"/>
            <a:ext cx="5211683" cy="1369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>
                <a:latin typeface="Times New Roman" panose="02020603050405020304" pitchFamily="18" charset="0"/>
                <a:cs typeface="Times New Roman" panose="02020603050405020304" pitchFamily="18" charset="0"/>
              </a:rPr>
              <a:t>Background</a:t>
            </a:r>
            <a:endParaRPr lang="en-US" sz="7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7B69142B-D489-60D7-9F08-DB14B82C83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28828" y="12374171"/>
            <a:ext cx="8872359" cy="494764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0CD1B561-6EF7-FD91-F37B-B8C7FEC27605}"/>
              </a:ext>
            </a:extLst>
          </p:cNvPr>
          <p:cNvSpPr txBox="1"/>
          <p:nvPr/>
        </p:nvSpPr>
        <p:spPr>
          <a:xfrm>
            <a:off x="4862898" y="18725774"/>
            <a:ext cx="437171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endParaRPr lang="en-US" sz="7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7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BDCFE24-C6E0-FCBE-D0D6-218C41B382C0}"/>
              </a:ext>
            </a:extLst>
          </p:cNvPr>
          <p:cNvSpPr txBox="1"/>
          <p:nvPr/>
        </p:nvSpPr>
        <p:spPr>
          <a:xfrm>
            <a:off x="1042279" y="19913187"/>
            <a:ext cx="13101792" cy="600164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defTabSz="3525987"/>
            <a:r>
              <a:rPr lang="en-US" sz="3200" dirty="0">
                <a:solidFill>
                  <a:prstClr val="black"/>
                </a:solidFill>
                <a:latin typeface="Times New Roman"/>
                <a:cs typeface="Times New Roman"/>
              </a:rPr>
              <a:t>Investigate how interference-fit joints affect compressor assembly stiffness with three configurations:</a:t>
            </a:r>
          </a:p>
          <a:p>
            <a:pPr marL="1143000" lvl="1" indent="-685800" defTabSz="3525987">
              <a:buFont typeface="Courier New" panose="02070309020205020404" pitchFamily="49" charset="0"/>
              <a:buChar char="o"/>
            </a:pPr>
            <a:r>
              <a:rPr lang="en-US" sz="3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Fully welded configuration</a:t>
            </a:r>
          </a:p>
          <a:p>
            <a:pPr marL="1143000" lvl="1" indent="-685800" defTabSz="3525987">
              <a:buFont typeface="Courier New" panose="02070309020205020404" pitchFamily="49" charset="0"/>
              <a:buChar char="o"/>
            </a:pPr>
            <a:r>
              <a:rPr lang="en-US" sz="3200" dirty="0">
                <a:solidFill>
                  <a:prstClr val="black"/>
                </a:solidFill>
                <a:latin typeface="Times New Roman"/>
                <a:cs typeface="Times New Roman"/>
              </a:rPr>
              <a:t>Low interference configuration (0.001in – 0.002in) with short pilot ledge overlap</a:t>
            </a:r>
            <a:endParaRPr lang="en-US" sz="3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0" lvl="1" indent="-685800" defTabSz="3525987">
              <a:buFont typeface="Courier New" panose="02070309020205020404" pitchFamily="49" charset="0"/>
              <a:buChar char="o"/>
            </a:pPr>
            <a:r>
              <a:rPr lang="en-US" sz="3200" dirty="0">
                <a:solidFill>
                  <a:prstClr val="black"/>
                </a:solidFill>
                <a:latin typeface="Times New Roman"/>
                <a:cs typeface="Times New Roman"/>
              </a:rPr>
              <a:t>High interference configuration (0.002in – 0.004in) with long pilot ledge overlap</a:t>
            </a:r>
            <a:endParaRPr lang="en-US" sz="3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indent="-685800" defTabSz="3525987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prstClr val="black"/>
                </a:solidFill>
                <a:latin typeface="Times New Roman"/>
                <a:cs typeface="Times New Roman"/>
              </a:rPr>
              <a:t>Perform modal analysis in ANSYS to predict effects on stiffness from varying interference fits and pilot ledge lengths</a:t>
            </a:r>
          </a:p>
          <a:p>
            <a:pPr marL="685800" indent="-685800" defTabSz="3525987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prstClr val="black"/>
                </a:solidFill>
                <a:latin typeface="Times New Roman"/>
                <a:cs typeface="Times New Roman"/>
              </a:rPr>
              <a:t>Manufacture and test a welded configuration and two interference configurations to validate ANSYS simulation</a:t>
            </a:r>
          </a:p>
          <a:p>
            <a:pPr marL="685800" indent="-685800" defTabSz="3525987">
              <a:buFont typeface="Arial" panose="020B0604020202020204" pitchFamily="34" charset="0"/>
              <a:buChar char="•"/>
            </a:pPr>
            <a:endParaRPr lang="en-US" sz="3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FB7D652-192C-8825-D0BC-DF34E5B192DC}"/>
              </a:ext>
            </a:extLst>
          </p:cNvPr>
          <p:cNvSpPr txBox="1"/>
          <p:nvPr/>
        </p:nvSpPr>
        <p:spPr>
          <a:xfrm>
            <a:off x="1555783" y="17379684"/>
            <a:ext cx="11452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525987"/>
            <a:r>
              <a:rPr lang="en-US" sz="24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*Side schematic of rotor plates’ connection with pilot fits and dowel pins</a:t>
            </a:r>
            <a:endParaRPr lang="en-US" sz="240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4A6A6E7-F05A-21E1-DEA2-20A8010367B7}"/>
              </a:ext>
            </a:extLst>
          </p:cNvPr>
          <p:cNvSpPr txBox="1"/>
          <p:nvPr/>
        </p:nvSpPr>
        <p:spPr>
          <a:xfrm>
            <a:off x="17812985" y="5564506"/>
            <a:ext cx="8250592" cy="13696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b="1">
                <a:latin typeface="Times New Roman" panose="02020603050405020304" pitchFamily="18" charset="0"/>
                <a:cs typeface="Times New Roman" panose="02020603050405020304" pitchFamily="18" charset="0"/>
              </a:rPr>
              <a:t>Modeling &amp; Testing</a:t>
            </a:r>
            <a:endParaRPr lang="en-US" sz="7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4E09F63-A8C6-39FE-2611-8A1360145B37}"/>
              </a:ext>
            </a:extLst>
          </p:cNvPr>
          <p:cNvSpPr txBox="1"/>
          <p:nvPr/>
        </p:nvSpPr>
        <p:spPr>
          <a:xfrm>
            <a:off x="32896427" y="5399245"/>
            <a:ext cx="7845738" cy="2308324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7200" b="1">
                <a:latin typeface="Times New Roman" panose="02020603050405020304" pitchFamily="18" charset="0"/>
                <a:cs typeface="Times New Roman" panose="02020603050405020304" pitchFamily="18" charset="0"/>
              </a:rPr>
              <a:t>Results – Free-Free</a:t>
            </a:r>
            <a:endParaRPr lang="en-US" sz="7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7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A24F9D9-CE29-F2F2-E14A-8A07B25DB137}"/>
              </a:ext>
            </a:extLst>
          </p:cNvPr>
          <p:cNvSpPr txBox="1"/>
          <p:nvPr/>
        </p:nvSpPr>
        <p:spPr>
          <a:xfrm>
            <a:off x="34200183" y="21810601"/>
            <a:ext cx="459613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b="1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7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F7754E-C5A0-A46D-D68E-7B19473059B0}"/>
              </a:ext>
            </a:extLst>
          </p:cNvPr>
          <p:cNvSpPr txBox="1"/>
          <p:nvPr/>
        </p:nvSpPr>
        <p:spPr>
          <a:xfrm>
            <a:off x="14832322" y="7438950"/>
            <a:ext cx="5928603" cy="501675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 defTabSz="3525987"/>
            <a:r>
              <a:rPr lang="en-US" sz="3200" dirty="0">
                <a:latin typeface="Times New Roman"/>
                <a:cs typeface="Times New Roman"/>
              </a:rPr>
              <a:t>A model of two plates with all necessary connections was created in ANSYS for each configuration. Each model was then put through a modal analysis to theoretically determine the first 3 mode shapes. Having these 3 natural frequencies allowed us to draw conclusions on design decisions.</a:t>
            </a:r>
          </a:p>
          <a:p>
            <a:pPr algn="just" defTabSz="3525987"/>
            <a:endParaRPr lang="en-US" sz="320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FF7F765-A08E-0D00-F694-A2D1B635F1A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71588" y="12206319"/>
            <a:ext cx="5282793" cy="3938157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E606C46-330F-45E6-27E4-C479E85F35AD}"/>
              </a:ext>
            </a:extLst>
          </p:cNvPr>
          <p:cNvSpPr txBox="1"/>
          <p:nvPr/>
        </p:nvSpPr>
        <p:spPr>
          <a:xfrm>
            <a:off x="20938149" y="13486871"/>
            <a:ext cx="7966908" cy="797141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 defTabSz="3525987"/>
            <a:r>
              <a:rPr lang="en-US" sz="3200">
                <a:solidFill>
                  <a:prstClr val="black"/>
                </a:solidFill>
                <a:latin typeface="Times New Roman"/>
                <a:cs typeface="Times New Roman"/>
              </a:rPr>
              <a:t>The ANSYS simulation for mode shapes was validated and refined through modal impact hammer testing. The three plate configurations were put through two testing conditions:</a:t>
            </a:r>
          </a:p>
          <a:p>
            <a:pPr marL="457200" indent="-457200" defTabSz="3525987">
              <a:buFont typeface="Arial" panose="020B0604020202020204" pitchFamily="34" charset="0"/>
              <a:buChar char="•"/>
            </a:pPr>
            <a:r>
              <a:rPr lang="en-US" sz="32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Free-Fixed Condition</a:t>
            </a:r>
          </a:p>
          <a:p>
            <a:pPr marL="457200" indent="-457200" defTabSz="3525987">
              <a:buFont typeface="Arial" panose="020B0604020202020204" pitchFamily="34" charset="0"/>
              <a:buChar char="•"/>
            </a:pPr>
            <a:r>
              <a:rPr lang="en-US" sz="32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Free-Free Condition</a:t>
            </a:r>
          </a:p>
          <a:p>
            <a:pPr marL="457200" indent="-457200" defTabSz="3525987">
              <a:buFont typeface="Arial" panose="020B0604020202020204" pitchFamily="34" charset="0"/>
              <a:buChar char="•"/>
            </a:pPr>
            <a:endParaRPr lang="en-US" sz="320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defTabSz="3525987"/>
            <a:r>
              <a:rPr lang="en-US" sz="3200">
                <a:solidFill>
                  <a:prstClr val="black"/>
                </a:solidFill>
                <a:latin typeface="Times New Roman"/>
                <a:cs typeface="Times New Roman"/>
              </a:rPr>
              <a:t>A spectrum analyzer was used to read the natural frequencies from the impact hammer and accelerometer, allowing for a direct comparison with the ANSYS model. Three types of tests were conducted for each condition: </a:t>
            </a:r>
          </a:p>
          <a:p>
            <a:pPr marL="457200" indent="-457200" algn="just" defTabSz="3525987">
              <a:buFont typeface="Arial" panose="020B0604020202020204" pitchFamily="34" charset="0"/>
              <a:buChar char="•"/>
            </a:pPr>
            <a:r>
              <a:rPr lang="en-US" sz="3200">
                <a:solidFill>
                  <a:prstClr val="black"/>
                </a:solidFill>
                <a:latin typeface="Times New Roman"/>
                <a:cs typeface="Times New Roman"/>
              </a:rPr>
              <a:t>Stationary Accelerometer/Hammer</a:t>
            </a:r>
            <a:endParaRPr lang="en-US" sz="320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 defTabSz="3525987">
              <a:buFont typeface="Arial" panose="020B0604020202020204" pitchFamily="34" charset="0"/>
              <a:buChar char="•"/>
            </a:pPr>
            <a:r>
              <a:rPr lang="en-US" sz="3200">
                <a:solidFill>
                  <a:prstClr val="black"/>
                </a:solidFill>
                <a:latin typeface="Times New Roman"/>
                <a:cs typeface="Times New Roman"/>
              </a:rPr>
              <a:t>Roving Hammer/Fixed Accelerometer</a:t>
            </a:r>
          </a:p>
          <a:p>
            <a:pPr marL="457200" indent="-457200" algn="just" defTabSz="3525987">
              <a:buFont typeface="Arial" panose="020B0604020202020204" pitchFamily="34" charset="0"/>
              <a:buChar char="•"/>
            </a:pPr>
            <a:r>
              <a:rPr lang="en-US" sz="3200">
                <a:solidFill>
                  <a:prstClr val="black"/>
                </a:solidFill>
                <a:latin typeface="Times New Roman"/>
                <a:cs typeface="Times New Roman"/>
              </a:rPr>
              <a:t>Roving Accelerometer/Fixed Hammer</a:t>
            </a:r>
            <a:endParaRPr lang="en-US" sz="320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764E9B9-E5B7-7F53-7C02-AA310F48A01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641697" y="7323341"/>
            <a:ext cx="6924505" cy="4569774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B51A444-D0ED-51E8-AE52-34CD091720C8}"/>
              </a:ext>
            </a:extLst>
          </p:cNvPr>
          <p:cNvSpPr txBox="1"/>
          <p:nvPr/>
        </p:nvSpPr>
        <p:spPr>
          <a:xfrm>
            <a:off x="1028095" y="6423223"/>
            <a:ext cx="627016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>
                <a:latin typeface="Times New Roman" panose="02020603050405020304" pitchFamily="18" charset="0"/>
                <a:cs typeface="Times New Roman" panose="02020603050405020304" pitchFamily="18" charset="0"/>
              </a:rPr>
              <a:t>Solar Turbines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52A93C-2010-21BF-F2F0-F2499CD4C865}"/>
              </a:ext>
            </a:extLst>
          </p:cNvPr>
          <p:cNvSpPr txBox="1"/>
          <p:nvPr/>
        </p:nvSpPr>
        <p:spPr>
          <a:xfrm>
            <a:off x="1176369" y="7007413"/>
            <a:ext cx="10701637" cy="35394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 defTabSz="3525987">
              <a:buFont typeface="Arial"/>
              <a:buChar char="•"/>
            </a:pPr>
            <a:r>
              <a:rPr lang="en-US" sz="3200" dirty="0">
                <a:solidFill>
                  <a:prstClr val="black"/>
                </a:solidFill>
                <a:latin typeface="Times New Roman"/>
                <a:ea typeface="+mn-lt"/>
                <a:cs typeface="Times New Roman"/>
              </a:rPr>
              <a:t>Solar Turbines uses stacked rotor plates in their compressors </a:t>
            </a:r>
            <a:endParaRPr lang="en-US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285750" indent="-285750" defTabSz="3525987">
              <a:buFont typeface="Arial"/>
              <a:buChar char="•"/>
            </a:pPr>
            <a:r>
              <a:rPr lang="en-US" sz="3200" dirty="0">
                <a:solidFill>
                  <a:prstClr val="black"/>
                </a:solidFill>
                <a:latin typeface="Times New Roman"/>
                <a:ea typeface="+mn-lt"/>
                <a:cs typeface="Times New Roman"/>
              </a:rPr>
              <a:t>Plates are joined using interference pilot fits and dowel pins </a:t>
            </a:r>
            <a:endParaRPr lang="en-US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285750" indent="-285750" defTabSz="3525987">
              <a:buFont typeface="Arial"/>
              <a:buChar char="•"/>
            </a:pPr>
            <a:r>
              <a:rPr lang="en-US" sz="3200" dirty="0">
                <a:solidFill>
                  <a:prstClr val="black"/>
                </a:solidFill>
                <a:latin typeface="Times New Roman"/>
                <a:ea typeface="+mn-lt"/>
                <a:cs typeface="Times New Roman"/>
              </a:rPr>
              <a:t>The plates have experienced radial shifting after compressor operation</a:t>
            </a:r>
            <a:endParaRPr lang="en-US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285750" indent="-285750" defTabSz="3525987">
              <a:buFont typeface="Arial"/>
              <a:buChar char="•"/>
            </a:pPr>
            <a:r>
              <a:rPr lang="en-US" sz="3200" dirty="0">
                <a:solidFill>
                  <a:prstClr val="black"/>
                </a:solidFill>
                <a:latin typeface="Times New Roman"/>
                <a:ea typeface="+mn-lt"/>
                <a:cs typeface="Times New Roman"/>
              </a:rPr>
              <a:t>Stiffness changes are predicted to affect natural frequency response and radial shifting</a:t>
            </a:r>
            <a:endParaRPr lang="en-US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defTabSz="3525987"/>
            <a:endParaRPr lang="en-US" sz="3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EF8E743-D373-7660-CD94-5532820CA289}"/>
              </a:ext>
            </a:extLst>
          </p:cNvPr>
          <p:cNvSpPr txBox="1"/>
          <p:nvPr/>
        </p:nvSpPr>
        <p:spPr>
          <a:xfrm>
            <a:off x="1092284" y="10330355"/>
            <a:ext cx="469169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>
                <a:latin typeface="Times New Roman" panose="02020603050405020304" pitchFamily="18" charset="0"/>
                <a:cs typeface="Times New Roman" panose="02020603050405020304" pitchFamily="18" charset="0"/>
              </a:rPr>
              <a:t>The Problem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83475B5-C2CB-7991-2219-32E7C2463538}"/>
              </a:ext>
            </a:extLst>
          </p:cNvPr>
          <p:cNvSpPr txBox="1"/>
          <p:nvPr/>
        </p:nvSpPr>
        <p:spPr>
          <a:xfrm>
            <a:off x="22215925" y="11952503"/>
            <a:ext cx="56615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525987"/>
            <a:r>
              <a:rPr lang="en-US" sz="24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Ansys model of a plate configuration</a:t>
            </a:r>
            <a:endParaRPr lang="en-US" sz="240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E0FFA50-09B0-4246-548A-4BD9BCAD9EB4}"/>
              </a:ext>
            </a:extLst>
          </p:cNvPr>
          <p:cNvSpPr txBox="1"/>
          <p:nvPr/>
        </p:nvSpPr>
        <p:spPr>
          <a:xfrm>
            <a:off x="14940065" y="6750516"/>
            <a:ext cx="4634147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4400" b="1">
                <a:latin typeface="Times New Roman"/>
                <a:cs typeface="Times New Roman"/>
              </a:rPr>
              <a:t>ANSYS Model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D0BB2BD-1DE8-4B55-CA25-CE052C47F7AE}"/>
              </a:ext>
            </a:extLst>
          </p:cNvPr>
          <p:cNvSpPr txBox="1"/>
          <p:nvPr/>
        </p:nvSpPr>
        <p:spPr>
          <a:xfrm>
            <a:off x="22570412" y="12648028"/>
            <a:ext cx="405803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>
                <a:latin typeface="Times New Roman" panose="02020603050405020304" pitchFamily="18" charset="0"/>
                <a:cs typeface="Times New Roman" panose="02020603050405020304" pitchFamily="18" charset="0"/>
              </a:rPr>
              <a:t>Physical Testing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9B2F14A-9DCC-415A-A0A2-5B6274B9A508}"/>
              </a:ext>
            </a:extLst>
          </p:cNvPr>
          <p:cNvSpPr txBox="1"/>
          <p:nvPr/>
        </p:nvSpPr>
        <p:spPr>
          <a:xfrm>
            <a:off x="16611673" y="19568407"/>
            <a:ext cx="56615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525987"/>
            <a:r>
              <a:rPr lang="en-US" sz="240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AC826EF-2BBC-11C4-ED85-FC27F570EED1}"/>
              </a:ext>
            </a:extLst>
          </p:cNvPr>
          <p:cNvSpPr txBox="1"/>
          <p:nvPr/>
        </p:nvSpPr>
        <p:spPr>
          <a:xfrm>
            <a:off x="13773334" y="16204274"/>
            <a:ext cx="79669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525987"/>
            <a:r>
              <a:rPr lang="en-US" sz="24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Free-fixed testing condition</a:t>
            </a:r>
            <a:endParaRPr lang="en-US" sz="240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E6F36BB9-DF5F-A2B2-2EB5-C9998D0DC8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2536933"/>
              </p:ext>
            </p:extLst>
          </p:nvPr>
        </p:nvGraphicFramePr>
        <p:xfrm>
          <a:off x="30707239" y="13195461"/>
          <a:ext cx="12007592" cy="2926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01898">
                  <a:extLst>
                    <a:ext uri="{9D8B030D-6E8A-4147-A177-3AD203B41FA5}">
                      <a16:colId xmlns:a16="http://schemas.microsoft.com/office/drawing/2014/main" val="2749687886"/>
                    </a:ext>
                  </a:extLst>
                </a:gridCol>
                <a:gridCol w="3001898">
                  <a:extLst>
                    <a:ext uri="{9D8B030D-6E8A-4147-A177-3AD203B41FA5}">
                      <a16:colId xmlns:a16="http://schemas.microsoft.com/office/drawing/2014/main" val="459543744"/>
                    </a:ext>
                  </a:extLst>
                </a:gridCol>
                <a:gridCol w="3001898">
                  <a:extLst>
                    <a:ext uri="{9D8B030D-6E8A-4147-A177-3AD203B41FA5}">
                      <a16:colId xmlns:a16="http://schemas.microsoft.com/office/drawing/2014/main" val="2625351863"/>
                    </a:ext>
                  </a:extLst>
                </a:gridCol>
                <a:gridCol w="3001898">
                  <a:extLst>
                    <a:ext uri="{9D8B030D-6E8A-4147-A177-3AD203B41FA5}">
                      <a16:colId xmlns:a16="http://schemas.microsoft.com/office/drawing/2014/main" val="3834221865"/>
                    </a:ext>
                  </a:extLst>
                </a:gridCol>
              </a:tblGrid>
              <a:tr h="681712">
                <a:tc>
                  <a:txBody>
                    <a:bodyPr/>
                    <a:lstStyle/>
                    <a:p>
                      <a:r>
                        <a:rPr lang="en-US" sz="2800" b="1" u="none">
                          <a:latin typeface="Times New Roman"/>
                          <a:cs typeface="Times New Roman"/>
                        </a:rPr>
                        <a:t>Third Natural Frequency Comparison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Configuration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Configuration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i="1">
                          <a:latin typeface="Times New Roman"/>
                          <a:cs typeface="Times New Roman"/>
                        </a:rPr>
                        <a:t>Welded </a:t>
                      </a:r>
                      <a:endParaRPr lang="en-US" sz="2800" i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>
                        <a:buNone/>
                      </a:pPr>
                      <a:r>
                        <a:rPr lang="en-US" sz="2800" i="1">
                          <a:latin typeface="Times New Roman"/>
                          <a:cs typeface="Times New Roman"/>
                        </a:rPr>
                        <a:t>Configuration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4318745"/>
                  </a:ext>
                </a:extLst>
              </a:tr>
              <a:tr h="498186">
                <a:tc>
                  <a:txBody>
                    <a:bodyPr/>
                    <a:lstStyle/>
                    <a:p>
                      <a:r>
                        <a:rPr lang="en-US" sz="2800">
                          <a:latin typeface="Times New Roman"/>
                          <a:cs typeface="Times New Roman"/>
                        </a:rPr>
                        <a:t>ANSYS</a:t>
                      </a:r>
                      <a:endParaRPr 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5.655 kHz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5.765 kHz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7.592 kHz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6423625"/>
                  </a:ext>
                </a:extLst>
              </a:tr>
              <a:tr h="375163">
                <a:tc>
                  <a:txBody>
                    <a:bodyPr/>
                    <a:lstStyle/>
                    <a:p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Experimental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5.392 kHz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5.935 kHz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8.033 kHz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2238324"/>
                  </a:ext>
                </a:extLst>
              </a:tr>
              <a:tr h="375163">
                <a:tc>
                  <a:txBody>
                    <a:bodyPr/>
                    <a:lstStyle/>
                    <a:p>
                      <a:r>
                        <a:rPr lang="en-US" sz="2800">
                          <a:latin typeface="Times New Roman"/>
                          <a:cs typeface="Times New Roman"/>
                        </a:rPr>
                        <a:t>Percent Difference</a:t>
                      </a:r>
                      <a:endParaRPr 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Times New Roman"/>
                          <a:cs typeface="Times New Roman"/>
                        </a:rPr>
                        <a:t>4.76%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Times New Roman"/>
                          <a:cs typeface="Times New Roman"/>
                        </a:rPr>
                        <a:t>3.06%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Times New Roman"/>
                          <a:cs typeface="Times New Roman"/>
                        </a:rPr>
                        <a:t>5.64%</a:t>
                      </a:r>
                      <a:endParaRPr 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2979507"/>
                  </a:ext>
                </a:extLst>
              </a:tr>
            </a:tbl>
          </a:graphicData>
        </a:graphic>
      </p:graphicFrame>
      <p:pic>
        <p:nvPicPr>
          <p:cNvPr id="129" name="Picture 128">
            <a:extLst>
              <a:ext uri="{FF2B5EF4-FFF2-40B4-BE49-F238E27FC236}">
                <a16:creationId xmlns:a16="http://schemas.microsoft.com/office/drawing/2014/main" id="{8A2B8694-DDE3-F21F-A952-26D19C7C5A9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72" t="5438" r="1093" b="9638"/>
          <a:stretch>
            <a:fillRect/>
          </a:stretch>
        </p:blipFill>
        <p:spPr>
          <a:xfrm>
            <a:off x="30586241" y="7081546"/>
            <a:ext cx="3794300" cy="2831274"/>
          </a:xfrm>
          <a:prstGeom prst="rect">
            <a:avLst/>
          </a:prstGeom>
        </p:spPr>
      </p:pic>
      <p:pic>
        <p:nvPicPr>
          <p:cNvPr id="140" name="Picture 139">
            <a:extLst>
              <a:ext uri="{FF2B5EF4-FFF2-40B4-BE49-F238E27FC236}">
                <a16:creationId xmlns:a16="http://schemas.microsoft.com/office/drawing/2014/main" id="{2A2E050A-F8FB-8635-B755-22F708FF201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729" b="22451"/>
          <a:stretch>
            <a:fillRect/>
          </a:stretch>
        </p:blipFill>
        <p:spPr>
          <a:xfrm>
            <a:off x="15203245" y="16839832"/>
            <a:ext cx="5145544" cy="4093848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142" name="TextBox 141">
            <a:extLst>
              <a:ext uri="{FF2B5EF4-FFF2-40B4-BE49-F238E27FC236}">
                <a16:creationId xmlns:a16="http://schemas.microsoft.com/office/drawing/2014/main" id="{D671628E-5D8B-FC93-5BBF-113469850CEA}"/>
              </a:ext>
            </a:extLst>
          </p:cNvPr>
          <p:cNvSpPr txBox="1"/>
          <p:nvPr/>
        </p:nvSpPr>
        <p:spPr>
          <a:xfrm>
            <a:off x="13822255" y="20997109"/>
            <a:ext cx="79669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525987"/>
            <a:r>
              <a:rPr lang="en-US" sz="24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Free-free testing condition</a:t>
            </a:r>
            <a:endParaRPr lang="en-US" sz="240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3D369538-C1BB-83E1-9EE0-954C59BE9B54}"/>
              </a:ext>
              <a:ext uri="{147F2762-F138-4A5C-976F-8EAC2B608ADB}">
                <a16:predDERef xmlns:a16="http://schemas.microsoft.com/office/drawing/2014/main" pred="{2D1C4800-9DE8-1934-F86E-AD5AEA7589C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052185" y="16400846"/>
            <a:ext cx="5283232" cy="335122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DDCC236F-9A32-0FBE-0541-AAF343644376}"/>
              </a:ext>
              <a:ext uri="{147F2762-F138-4A5C-976F-8EAC2B608ADB}">
                <a16:predDERef xmlns:a16="http://schemas.microsoft.com/office/drawing/2014/main" pred="{3CB8F297-F593-1A99-40EB-3718165577A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1149840" y="16364157"/>
            <a:ext cx="5348408" cy="3362027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2110E294-74D6-3D49-ADFE-51AAAFD562F8}"/>
              </a:ext>
            </a:extLst>
          </p:cNvPr>
          <p:cNvSpPr txBox="1"/>
          <p:nvPr/>
        </p:nvSpPr>
        <p:spPr>
          <a:xfrm>
            <a:off x="4482098" y="26293819"/>
            <a:ext cx="634981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>
                <a:latin typeface="Times New Roman" panose="02020603050405020304" pitchFamily="18" charset="0"/>
                <a:cs typeface="Times New Roman" panose="02020603050405020304" pitchFamily="18" charset="0"/>
              </a:rPr>
              <a:t>Manufacturing</a:t>
            </a:r>
            <a:endParaRPr lang="en-US" sz="7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7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ADD85BAE-E9B8-4C31-CFD6-0209C286DF7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09" y="27500009"/>
            <a:ext cx="2598846" cy="3505037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4A8DB29F-378B-716C-898B-3ADC4967B75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7696" y="27495144"/>
            <a:ext cx="4228509" cy="3509902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B2F04C3C-B5FF-B9F5-7ACA-97461BAE18E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0300535" y="28002524"/>
            <a:ext cx="3471804" cy="2457044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D69CBB6B-DBF5-9ACC-8E86-E0D2B2629CCF}"/>
              </a:ext>
            </a:extLst>
          </p:cNvPr>
          <p:cNvSpPr txBox="1"/>
          <p:nvPr/>
        </p:nvSpPr>
        <p:spPr>
          <a:xfrm>
            <a:off x="1170005" y="31106129"/>
            <a:ext cx="2540755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 defTabSz="3525987"/>
            <a:r>
              <a:rPr lang="en-US" sz="2400">
                <a:solidFill>
                  <a:prstClr val="black"/>
                </a:solidFill>
                <a:latin typeface="Times New Roman"/>
                <a:cs typeface="Times New Roman"/>
              </a:rPr>
              <a:t>Machining plates on CNC mill</a:t>
            </a:r>
            <a:endParaRPr lang="en-US" sz="240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A3AC029-0714-3915-DF69-A4DA2EFB3F47}"/>
              </a:ext>
            </a:extLst>
          </p:cNvPr>
          <p:cNvSpPr txBox="1"/>
          <p:nvPr/>
        </p:nvSpPr>
        <p:spPr>
          <a:xfrm>
            <a:off x="3773125" y="31106129"/>
            <a:ext cx="42930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525987"/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CMM to measure critical dimensions</a:t>
            </a:r>
            <a:endParaRPr lang="en-US" sz="2400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38A2895-6FC0-10F3-B656-33B9DAC2DD44}"/>
              </a:ext>
            </a:extLst>
          </p:cNvPr>
          <p:cNvSpPr txBox="1"/>
          <p:nvPr/>
        </p:nvSpPr>
        <p:spPr>
          <a:xfrm>
            <a:off x="8207224" y="31083965"/>
            <a:ext cx="2540755" cy="12003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 defTabSz="3525987"/>
            <a:r>
              <a:rPr lang="en-US" sz="2400">
                <a:solidFill>
                  <a:prstClr val="black"/>
                </a:solidFill>
                <a:latin typeface="Times New Roman"/>
                <a:cs typeface="Times New Roman"/>
              </a:rPr>
              <a:t>Pressing in dowel pins with arbor press</a:t>
            </a:r>
            <a:endParaRPr lang="en-US" sz="240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B2977207-5A97-C423-363A-AB393F106D72}"/>
              </a:ext>
            </a:extLst>
          </p:cNvPr>
          <p:cNvSpPr txBox="1"/>
          <p:nvPr/>
        </p:nvSpPr>
        <p:spPr>
          <a:xfrm>
            <a:off x="10802764" y="31083965"/>
            <a:ext cx="2577670" cy="12003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 defTabSz="3525987"/>
            <a:r>
              <a:rPr lang="en-US" sz="2400">
                <a:solidFill>
                  <a:prstClr val="black"/>
                </a:solidFill>
                <a:latin typeface="Times New Roman"/>
                <a:cs typeface="Times New Roman"/>
              </a:rPr>
              <a:t>Pressing both plates with hydraulic press</a:t>
            </a:r>
            <a:endParaRPr lang="en-US" sz="240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0" name="Picture 129">
            <a:extLst>
              <a:ext uri="{FF2B5EF4-FFF2-40B4-BE49-F238E27FC236}">
                <a16:creationId xmlns:a16="http://schemas.microsoft.com/office/drawing/2014/main" id="{B89A2FF8-BE6D-BDBD-F983-7077BB46C58F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7428" y="27479209"/>
            <a:ext cx="2457044" cy="350367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2" name="Picture 11" descr="A graph with a line and dots&#10;&#10;AI-generated content may be incorrect.">
            <a:extLst>
              <a:ext uri="{FF2B5EF4-FFF2-40B4-BE49-F238E27FC236}">
                <a16:creationId xmlns:a16="http://schemas.microsoft.com/office/drawing/2014/main" id="{9A82BAAD-5BC7-ECBF-BF53-AC16D96F23E2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5022783" y="23992203"/>
            <a:ext cx="6915498" cy="3865767"/>
          </a:xfrm>
          <a:prstGeom prst="rect">
            <a:avLst/>
          </a:prstGeom>
          <a:ln w="57150"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7BCCE78-BCB8-80B5-A0B5-99A30A8A09FC}"/>
              </a:ext>
            </a:extLst>
          </p:cNvPr>
          <p:cNvSpPr txBox="1"/>
          <p:nvPr/>
        </p:nvSpPr>
        <p:spPr>
          <a:xfrm>
            <a:off x="18747630" y="22622597"/>
            <a:ext cx="7289175" cy="1369606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7200" b="1">
                <a:latin typeface="Times New Roman"/>
                <a:cs typeface="Times New Roman"/>
              </a:rPr>
              <a:t>ANSYS Iterations</a:t>
            </a:r>
            <a:endParaRPr lang="en-US" sz="7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5" name="Picture 24" descr="A graph with blue dots&#10;&#10;AI-generated content may be incorrect.">
            <a:extLst>
              <a:ext uri="{FF2B5EF4-FFF2-40B4-BE49-F238E27FC236}">
                <a16:creationId xmlns:a16="http://schemas.microsoft.com/office/drawing/2014/main" id="{DF2BD583-2376-AD97-8578-A4CDC7FD4FA2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2165105" y="23992203"/>
            <a:ext cx="6929698" cy="3842213"/>
          </a:xfrm>
          <a:prstGeom prst="rect">
            <a:avLst/>
          </a:prstGeom>
          <a:ln w="57150">
            <a:solidFill>
              <a:schemeClr val="tx1"/>
            </a:solidFill>
          </a:ln>
        </p:spPr>
      </p:pic>
      <p:pic>
        <p:nvPicPr>
          <p:cNvPr id="41" name="Picture 40" descr="A graph with a line&#10;&#10;AI-generated content may be incorrect.">
            <a:extLst>
              <a:ext uri="{FF2B5EF4-FFF2-40B4-BE49-F238E27FC236}">
                <a16:creationId xmlns:a16="http://schemas.microsoft.com/office/drawing/2014/main" id="{DAAC51C5-08BD-2884-825F-0730B8CD5B38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5046682" y="28058705"/>
            <a:ext cx="6891599" cy="4065618"/>
          </a:xfrm>
          <a:prstGeom prst="rect">
            <a:avLst/>
          </a:prstGeom>
          <a:ln w="57150">
            <a:solidFill>
              <a:schemeClr val="tx1"/>
            </a:solidFill>
          </a:ln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1D39D172-B038-7FB2-C2FF-A5E4A4C70E39}"/>
              </a:ext>
            </a:extLst>
          </p:cNvPr>
          <p:cNvSpPr txBox="1"/>
          <p:nvPr/>
        </p:nvSpPr>
        <p:spPr>
          <a:xfrm>
            <a:off x="22280525" y="28198369"/>
            <a:ext cx="6593621" cy="430887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 defTabSz="3525987"/>
            <a:r>
              <a:rPr lang="en-US" sz="3200" dirty="0">
                <a:latin typeface="Times New Roman"/>
                <a:cs typeface="Times New Roman"/>
              </a:rPr>
              <a:t>First natural frequency:</a:t>
            </a:r>
          </a:p>
          <a:p>
            <a:pPr marL="457200" indent="-457200" algn="just" defTabSz="3525987">
              <a:buFont typeface="Arial"/>
              <a:buChar char="•"/>
            </a:pPr>
            <a:r>
              <a:rPr lang="en-US" sz="3200" dirty="0">
                <a:latin typeface="Times New Roman"/>
                <a:cs typeface="Times New Roman"/>
              </a:rPr>
              <a:t>Increasing dowel pin interference fit and pilot interference fits did not have a big impact on increasing the natural frequency and stiffness of the assembly</a:t>
            </a:r>
          </a:p>
          <a:p>
            <a:pPr marL="457200" indent="-457200" algn="just" defTabSz="3525987">
              <a:buFont typeface="Arial"/>
              <a:buChar char="•"/>
            </a:pPr>
            <a:r>
              <a:rPr lang="en-US" sz="3200" dirty="0">
                <a:latin typeface="Times New Roman"/>
                <a:cs typeface="Times New Roman"/>
              </a:rPr>
              <a:t>Increasing the pilot ledge length did significantly increase stiffness </a:t>
            </a:r>
          </a:p>
          <a:p>
            <a:pPr algn="just" defTabSz="3525987"/>
            <a:endParaRPr lang="en-US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34BD513-FD1C-E059-C9AE-C72310689662}"/>
              </a:ext>
            </a:extLst>
          </p:cNvPr>
          <p:cNvSpPr txBox="1"/>
          <p:nvPr/>
        </p:nvSpPr>
        <p:spPr>
          <a:xfrm>
            <a:off x="30680697" y="6556320"/>
            <a:ext cx="35974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Configuration 1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5" name="Table 44">
            <a:extLst>
              <a:ext uri="{FF2B5EF4-FFF2-40B4-BE49-F238E27FC236}">
                <a16:creationId xmlns:a16="http://schemas.microsoft.com/office/drawing/2014/main" id="{4463DE5A-9BAF-ABC4-9688-997E57093A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7879317"/>
              </p:ext>
            </p:extLst>
          </p:nvPr>
        </p:nvGraphicFramePr>
        <p:xfrm>
          <a:off x="30707239" y="10276377"/>
          <a:ext cx="12007592" cy="2926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01898">
                  <a:extLst>
                    <a:ext uri="{9D8B030D-6E8A-4147-A177-3AD203B41FA5}">
                      <a16:colId xmlns:a16="http://schemas.microsoft.com/office/drawing/2014/main" val="2749687886"/>
                    </a:ext>
                  </a:extLst>
                </a:gridCol>
                <a:gridCol w="3001898">
                  <a:extLst>
                    <a:ext uri="{9D8B030D-6E8A-4147-A177-3AD203B41FA5}">
                      <a16:colId xmlns:a16="http://schemas.microsoft.com/office/drawing/2014/main" val="459543744"/>
                    </a:ext>
                  </a:extLst>
                </a:gridCol>
                <a:gridCol w="3001898">
                  <a:extLst>
                    <a:ext uri="{9D8B030D-6E8A-4147-A177-3AD203B41FA5}">
                      <a16:colId xmlns:a16="http://schemas.microsoft.com/office/drawing/2014/main" val="2625351863"/>
                    </a:ext>
                  </a:extLst>
                </a:gridCol>
                <a:gridCol w="3001898">
                  <a:extLst>
                    <a:ext uri="{9D8B030D-6E8A-4147-A177-3AD203B41FA5}">
                      <a16:colId xmlns:a16="http://schemas.microsoft.com/office/drawing/2014/main" val="3834221865"/>
                    </a:ext>
                  </a:extLst>
                </a:gridCol>
              </a:tblGrid>
              <a:tr h="681712">
                <a:tc>
                  <a:txBody>
                    <a:bodyPr/>
                    <a:lstStyle/>
                    <a:p>
                      <a:r>
                        <a:rPr lang="en-US" sz="2800" b="1" u="none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Second Natural Frequency Comparison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Configuration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Configuration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i="1">
                          <a:latin typeface="Times New Roman"/>
                          <a:cs typeface="Times New Roman"/>
                        </a:rPr>
                        <a:t>Welded Configuration</a:t>
                      </a:r>
                      <a:endParaRPr lang="en-US" sz="2800" i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4318745"/>
                  </a:ext>
                </a:extLst>
              </a:tr>
              <a:tr h="498186">
                <a:tc>
                  <a:txBody>
                    <a:bodyPr/>
                    <a:lstStyle/>
                    <a:p>
                      <a:r>
                        <a:rPr lang="en-US" sz="2800">
                          <a:latin typeface="Times New Roman"/>
                          <a:cs typeface="Times New Roman"/>
                        </a:rPr>
                        <a:t>ANSYS</a:t>
                      </a:r>
                      <a:endParaRPr 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Times New Roman"/>
                          <a:cs typeface="Times New Roman"/>
                        </a:rPr>
                        <a:t>4.397 kHz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Times New Roman"/>
                          <a:cs typeface="Times New Roman"/>
                        </a:rPr>
                        <a:t>4.826 kHz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Times New Roman"/>
                          <a:cs typeface="Times New Roman"/>
                        </a:rPr>
                        <a:t> 5.892 kHz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6423625"/>
                  </a:ext>
                </a:extLst>
              </a:tr>
              <a:tr h="375163">
                <a:tc>
                  <a:txBody>
                    <a:bodyPr/>
                    <a:lstStyle/>
                    <a:p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Experimental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Times New Roman"/>
                          <a:cs typeface="Times New Roman"/>
                        </a:rPr>
                        <a:t>4.384 kHz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Times New Roman"/>
                          <a:cs typeface="Times New Roman"/>
                        </a:rPr>
                        <a:t>4.608 kHz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Times New Roman"/>
                          <a:cs typeface="Times New Roman"/>
                        </a:rPr>
                        <a:t>4.88 kHz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2238324"/>
                  </a:ext>
                </a:extLst>
              </a:tr>
              <a:tr h="375163">
                <a:tc>
                  <a:txBody>
                    <a:bodyPr/>
                    <a:lstStyle/>
                    <a:p>
                      <a:r>
                        <a:rPr lang="en-US" sz="2800">
                          <a:latin typeface="Times New Roman"/>
                          <a:cs typeface="Times New Roman"/>
                        </a:rPr>
                        <a:t>Percent Difference</a:t>
                      </a:r>
                      <a:endParaRPr 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Times New Roman"/>
                          <a:cs typeface="Times New Roman"/>
                        </a:rPr>
                        <a:t>0.29%</a:t>
                      </a:r>
                      <a:endParaRPr 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Times New Roman"/>
                          <a:cs typeface="Times New Roman"/>
                        </a:rPr>
                        <a:t>4.62%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Times New Roman"/>
                          <a:cs typeface="Times New Roman"/>
                        </a:rPr>
                        <a:t>18.78%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2979507"/>
                  </a:ext>
                </a:extLst>
              </a:tr>
            </a:tbl>
          </a:graphicData>
        </a:graphic>
      </p:graphicFrame>
      <p:pic>
        <p:nvPicPr>
          <p:cNvPr id="48" name="Picture 47">
            <a:extLst>
              <a:ext uri="{FF2B5EF4-FFF2-40B4-BE49-F238E27FC236}">
                <a16:creationId xmlns:a16="http://schemas.microsoft.com/office/drawing/2014/main" id="{9F1B3050-5924-61A5-0364-9BE551DB6747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56" t="18525" r="3150" b="8198"/>
          <a:stretch>
            <a:fillRect/>
          </a:stretch>
        </p:blipFill>
        <p:spPr>
          <a:xfrm>
            <a:off x="34803509" y="7082330"/>
            <a:ext cx="3892473" cy="2926081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F527A84C-2C8E-96B0-9D6E-7741B628D2E5}"/>
              </a:ext>
            </a:extLst>
          </p:cNvPr>
          <p:cNvSpPr txBox="1"/>
          <p:nvPr/>
        </p:nvSpPr>
        <p:spPr>
          <a:xfrm>
            <a:off x="34951013" y="6553407"/>
            <a:ext cx="35974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Configuration 2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F4802C92-123B-4FA4-3B53-D28E7EBAB1DC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86" t="18636" r="4805" b="8697"/>
          <a:stretch>
            <a:fillRect/>
          </a:stretch>
        </p:blipFill>
        <p:spPr>
          <a:xfrm>
            <a:off x="39056870" y="7013038"/>
            <a:ext cx="3895344" cy="288165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29B9713-A727-30C3-F07F-FE547EC25F77}"/>
              </a:ext>
            </a:extLst>
          </p:cNvPr>
          <p:cNvSpPr txBox="1"/>
          <p:nvPr/>
        </p:nvSpPr>
        <p:spPr>
          <a:xfrm>
            <a:off x="30586241" y="23071783"/>
            <a:ext cx="12404046" cy="889474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457200" indent="-457200">
              <a:buSzPct val="105000"/>
              <a:buFont typeface="Arial" panose="020B0604020202020204" pitchFamily="34" charset="0"/>
              <a:buChar char="•"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Increasing pilot ledge length was the main contributor to the increase in natural frequency and overall assembly stiffness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400" dirty="0">
                <a:latin typeface="Times New Roman"/>
                <a:cs typeface="Times New Roman"/>
              </a:rPr>
              <a:t>Configuration 2 consistently produced higher frequencies than Configuration 1 in both ANSYS and experimental testing.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welded configuration produced the highest stiffness and natural frequencies overall.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400" dirty="0">
                <a:latin typeface="Times New Roman"/>
                <a:cs typeface="Times New Roman"/>
              </a:rPr>
              <a:t>ANSYS predictions closely matched experimental trends, validating the simulation approach.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400" dirty="0">
                <a:latin typeface="Times New Roman"/>
                <a:cs typeface="Times New Roman"/>
              </a:rPr>
              <a:t>Differences between simulation and testing were likely </a:t>
            </a:r>
            <a:r>
              <a:rPr lang="en-US" sz="4400">
                <a:latin typeface="Times New Roman"/>
                <a:cs typeface="Times New Roman"/>
              </a:rPr>
              <a:t>caused by </a:t>
            </a:r>
            <a:r>
              <a:rPr lang="en-US" sz="4400" dirty="0">
                <a:latin typeface="Times New Roman"/>
                <a:cs typeface="Times New Roman"/>
              </a:rPr>
              <a:t>manufacturing tolerances, material variation, and testing inconsistencies. 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04F4545-DAFA-C834-33F6-D1AAF069B4AF}"/>
              </a:ext>
            </a:extLst>
          </p:cNvPr>
          <p:cNvSpPr txBox="1"/>
          <p:nvPr/>
        </p:nvSpPr>
        <p:spPr>
          <a:xfrm>
            <a:off x="39304321" y="6553407"/>
            <a:ext cx="35974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Welded Configuration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D08E587-CBCF-4945-F251-5F2C4C5DC757}"/>
              </a:ext>
            </a:extLst>
          </p:cNvPr>
          <p:cNvSpPr txBox="1"/>
          <p:nvPr/>
        </p:nvSpPr>
        <p:spPr>
          <a:xfrm>
            <a:off x="31965048" y="9888303"/>
            <a:ext cx="13605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Frequency (kHz)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00C7F23-4AD2-0847-F8B2-F4ECE33D57CA}"/>
              </a:ext>
            </a:extLst>
          </p:cNvPr>
          <p:cNvSpPr txBox="1"/>
          <p:nvPr/>
        </p:nvSpPr>
        <p:spPr>
          <a:xfrm>
            <a:off x="36139045" y="9888303"/>
            <a:ext cx="13605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Frequency (kHz)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B0AD82C-7AD8-3649-7EBD-47661864DAE8}"/>
              </a:ext>
            </a:extLst>
          </p:cNvPr>
          <p:cNvSpPr txBox="1"/>
          <p:nvPr/>
        </p:nvSpPr>
        <p:spPr>
          <a:xfrm>
            <a:off x="40422802" y="9888303"/>
            <a:ext cx="13605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Frequency (kHz)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FAE1855-6644-DB97-0E98-8CB5060AA205}"/>
              </a:ext>
            </a:extLst>
          </p:cNvPr>
          <p:cNvSpPr txBox="1"/>
          <p:nvPr/>
        </p:nvSpPr>
        <p:spPr>
          <a:xfrm>
            <a:off x="32082350" y="19784399"/>
            <a:ext cx="38103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Second Mode Shape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DB51148-3940-33AE-731A-65DB2E041CE5}"/>
              </a:ext>
            </a:extLst>
          </p:cNvPr>
          <p:cNvSpPr txBox="1"/>
          <p:nvPr/>
        </p:nvSpPr>
        <p:spPr>
          <a:xfrm>
            <a:off x="37972976" y="19752071"/>
            <a:ext cx="38103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Third Mode Shape</a:t>
            </a:r>
          </a:p>
        </p:txBody>
      </p:sp>
    </p:spTree>
    <p:extLst>
      <p:ext uri="{BB962C8B-B14F-4D97-AF65-F5344CB8AC3E}">
        <p14:creationId xmlns:p14="http://schemas.microsoft.com/office/powerpoint/2010/main" val="11765605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e566be5-9e5b-49ea-830e-c3586f171442">
      <Terms xmlns="http://schemas.microsoft.com/office/infopath/2007/PartnerControls"/>
    </lcf76f155ced4ddcb4097134ff3c332f>
    <TaxCatchAll xmlns="6dc8fb01-f6ac-4ecd-a25a-8d452a3cf38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A64B6AAECD29947BED8CD108D44ADB4" ma:contentTypeVersion="12" ma:contentTypeDescription="Create a new document." ma:contentTypeScope="" ma:versionID="c54ad75eea930d2a7c5988157f14b0a6">
  <xsd:schema xmlns:xsd="http://www.w3.org/2001/XMLSchema" xmlns:xs="http://www.w3.org/2001/XMLSchema" xmlns:p="http://schemas.microsoft.com/office/2006/metadata/properties" xmlns:ns2="1e566be5-9e5b-49ea-830e-c3586f171442" xmlns:ns3="6dc8fb01-f6ac-4ecd-a25a-8d452a3cf383" targetNamespace="http://schemas.microsoft.com/office/2006/metadata/properties" ma:root="true" ma:fieldsID="46ef242d8a1712f0ac8862278a9c3393" ns2:_="" ns3:_="">
    <xsd:import namespace="1e566be5-9e5b-49ea-830e-c3586f171442"/>
    <xsd:import namespace="6dc8fb01-f6ac-4ecd-a25a-8d452a3cf38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e566be5-9e5b-49ea-830e-c3586f17144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4842382c-d026-4381-8190-48ffa8899c7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c8fb01-f6ac-4ecd-a25a-8d452a3cf383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09354976-7b36-43c9-a584-8492a3d23a9f}" ma:internalName="TaxCatchAll" ma:showField="CatchAllData" ma:web="6dc8fb01-f6ac-4ecd-a25a-8d452a3cf38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663228F-F03B-4FD4-949F-EF2151820B96}">
  <ds:schemaRefs>
    <ds:schemaRef ds:uri="http://schemas.microsoft.com/office/2006/metadata/properties"/>
    <ds:schemaRef ds:uri="http://schemas.openxmlformats.org/package/2006/metadata/core-properties"/>
    <ds:schemaRef ds:uri="http://schemas.microsoft.com/office/infopath/2007/PartnerControls"/>
    <ds:schemaRef ds:uri="1e566be5-9e5b-49ea-830e-c3586f171442"/>
    <ds:schemaRef ds:uri="http://purl.org/dc/terms/"/>
    <ds:schemaRef ds:uri="http://purl.org/dc/elements/1.1/"/>
    <ds:schemaRef ds:uri="http://schemas.microsoft.com/office/2006/documentManagement/types"/>
    <ds:schemaRef ds:uri="http://purl.org/dc/dcmitype/"/>
    <ds:schemaRef ds:uri="6dc8fb01-f6ac-4ecd-a25a-8d452a3cf383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4308CEF9-FBBE-412C-82F1-519C4875E22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97EC748-BB9C-4BF5-8B76-05564F89EF23}">
  <ds:schemaRefs>
    <ds:schemaRef ds:uri="1e566be5-9e5b-49ea-830e-c3586f171442"/>
    <ds:schemaRef ds:uri="6dc8fb01-f6ac-4ecd-a25a-8d452a3cf38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47</TotalTime>
  <Words>562</Words>
  <Application>Microsoft Office PowerPoint</Application>
  <PresentationFormat>Custom</PresentationFormat>
  <Paragraphs>94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Courier New</vt:lpstr>
      <vt:lpstr>Tahoma</vt:lpstr>
      <vt:lpstr>Times New Roman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Morgan Zandonella</dc:creator>
  <cp:lastModifiedBy>Aubrey Anne Perez</cp:lastModifiedBy>
  <cp:revision>34</cp:revision>
  <dcterms:created xsi:type="dcterms:W3CDTF">2014-02-20T22:22:34Z</dcterms:created>
  <dcterms:modified xsi:type="dcterms:W3CDTF">2026-06-01T03:01:29Z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0x0101004A64B6AAECD29947BED8CD108D44ADB4</vt:lpwstr>
  </property>
  <property fmtid="{D5CDD505-2E9C-101B-9397-08002B2CF9AE}" pid="3" name="MediaServiceImageTags">
    <vt:lpwstr/>
  </property>
</Properties>
</file>